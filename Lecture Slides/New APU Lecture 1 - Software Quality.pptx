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3" r:id="rId1"/>
  </p:sldMasterIdLst>
  <p:notesMasterIdLst>
    <p:notesMasterId r:id="rId20"/>
  </p:notesMasterIdLst>
  <p:handoutMasterIdLst>
    <p:handoutMasterId r:id="rId21"/>
  </p:handoutMasterIdLst>
  <p:sldIdLst>
    <p:sldId id="256" r:id="rId2"/>
    <p:sldId id="262" r:id="rId3"/>
    <p:sldId id="263" r:id="rId4"/>
    <p:sldId id="264" r:id="rId5"/>
    <p:sldId id="337" r:id="rId6"/>
    <p:sldId id="271" r:id="rId7"/>
    <p:sldId id="272" r:id="rId8"/>
    <p:sldId id="286" r:id="rId9"/>
    <p:sldId id="338" r:id="rId10"/>
    <p:sldId id="340" r:id="rId11"/>
    <p:sldId id="339" r:id="rId12"/>
    <p:sldId id="302" r:id="rId13"/>
    <p:sldId id="303" r:id="rId14"/>
    <p:sldId id="320" r:id="rId15"/>
    <p:sldId id="321" r:id="rId16"/>
    <p:sldId id="336" r:id="rId17"/>
    <p:sldId id="265" r:id="rId18"/>
    <p:sldId id="267" r:id="rId19"/>
  </p:sldIdLst>
  <p:sldSz cx="12192000" cy="6858000"/>
  <p:notesSz cx="6858000" cy="9777413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79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2FFA3"/>
    <a:srgbClr val="A2C1FE"/>
    <a:srgbClr val="FCFEB9"/>
    <a:srgbClr val="CECECE"/>
    <a:srgbClr val="C1CEFF"/>
    <a:srgbClr val="C44C4C"/>
    <a:srgbClr val="8ABCE6"/>
    <a:srgbClr val="BAE4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2" autoAdjust="0"/>
    <p:restoredTop sz="94702" autoAdjust="0"/>
  </p:normalViewPr>
  <p:slideViewPr>
    <p:cSldViewPr snapToGrid="0">
      <p:cViewPr varScale="1">
        <p:scale>
          <a:sx n="65" d="100"/>
          <a:sy n="65" d="100"/>
        </p:scale>
        <p:origin x="656" y="2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49" d="100"/>
          <a:sy n="49" d="100"/>
        </p:scale>
        <p:origin x="-2958" y="-102"/>
      </p:cViewPr>
      <p:guideLst>
        <p:guide orient="horz" pos="3079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28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openxmlformats.org/officeDocument/2006/relationships/customXml" Target="../customXml/item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 Kesava Pillai" userId="f8a76550-033e-4967-ba67-525990afc495" providerId="ADAL" clId="{F5A8EA8D-3412-43A3-B403-3D208E35A7ED}"/>
    <pc:docChg chg="modSld">
      <pc:chgData name="Dr. Kesava Pillai" userId="f8a76550-033e-4967-ba67-525990afc495" providerId="ADAL" clId="{F5A8EA8D-3412-43A3-B403-3D208E35A7ED}" dt="2024-01-29T05:20:08.682" v="5" actId="20577"/>
      <pc:docMkLst>
        <pc:docMk/>
      </pc:docMkLst>
      <pc:sldChg chg="modSp mod">
        <pc:chgData name="Dr. Kesava Pillai" userId="f8a76550-033e-4967-ba67-525990afc495" providerId="ADAL" clId="{F5A8EA8D-3412-43A3-B403-3D208E35A7ED}" dt="2024-01-29T05:20:08.682" v="5" actId="20577"/>
        <pc:sldMkLst>
          <pc:docMk/>
          <pc:sldMk cId="0" sldId="259"/>
        </pc:sldMkLst>
        <pc:spChg chg="mod">
          <ac:chgData name="Dr. Kesava Pillai" userId="f8a76550-033e-4967-ba67-525990afc495" providerId="ADAL" clId="{F5A8EA8D-3412-43A3-B403-3D208E35A7ED}" dt="2024-01-29T05:20:08.682" v="5" actId="20577"/>
          <ac:spMkLst>
            <pc:docMk/>
            <pc:sldMk cId="0" sldId="259"/>
            <ac:spMk id="4" creationId="{00000000-0000-0000-0000-000000000000}"/>
          </ac:spMkLst>
        </pc:spChg>
      </pc:sldChg>
    </pc:docChg>
  </pc:docChgLst>
  <pc:docChgLst>
    <pc:chgData name="Dr. Kesava Pillai" userId="f8a76550-033e-4967-ba67-525990afc495" providerId="ADAL" clId="{103565A6-41E8-4C0C-82F4-E7164C8531D8}"/>
    <pc:docChg chg="custSel modSld modMainMaster">
      <pc:chgData name="Dr. Kesava Pillai" userId="f8a76550-033e-4967-ba67-525990afc495" providerId="ADAL" clId="{103565A6-41E8-4C0C-82F4-E7164C8531D8}" dt="2023-10-30T04:00:09.327" v="3" actId="478"/>
      <pc:docMkLst>
        <pc:docMk/>
      </pc:docMkLst>
      <pc:sldChg chg="modSp">
        <pc:chgData name="Dr. Kesava Pillai" userId="f8a76550-033e-4967-ba67-525990afc495" providerId="ADAL" clId="{103565A6-41E8-4C0C-82F4-E7164C8531D8}" dt="2023-10-30T03:59:53.721" v="0"/>
        <pc:sldMkLst>
          <pc:docMk/>
          <pc:sldMk cId="0" sldId="256"/>
        </pc:sldMkLst>
        <pc:spChg chg="mod">
          <ac:chgData name="Dr. Kesava Pillai" userId="f8a76550-033e-4967-ba67-525990afc495" providerId="ADAL" clId="{103565A6-41E8-4C0C-82F4-E7164C8531D8}" dt="2023-10-30T03:59:53.721" v="0"/>
          <ac:spMkLst>
            <pc:docMk/>
            <pc:sldMk cId="0" sldId="256"/>
            <ac:spMk id="2" creationId="{00000000-0000-0000-0000-000000000000}"/>
          </ac:spMkLst>
        </pc:spChg>
        <pc:spChg chg="mod">
          <ac:chgData name="Dr. Kesava Pillai" userId="f8a76550-033e-4967-ba67-525990afc495" providerId="ADAL" clId="{103565A6-41E8-4C0C-82F4-E7164C8531D8}" dt="2023-10-30T03:59:53.721" v="0"/>
          <ac:spMkLst>
            <pc:docMk/>
            <pc:sldMk cId="0" sldId="256"/>
            <ac:spMk id="3" creationId="{00000000-0000-0000-0000-000000000000}"/>
          </ac:spMkLst>
        </pc:spChg>
      </pc:sldChg>
      <pc:sldChg chg="modSp">
        <pc:chgData name="Dr. Kesava Pillai" userId="f8a76550-033e-4967-ba67-525990afc495" providerId="ADAL" clId="{103565A6-41E8-4C0C-82F4-E7164C8531D8}" dt="2023-10-30T03:59:53.721" v="0"/>
        <pc:sldMkLst>
          <pc:docMk/>
          <pc:sldMk cId="0" sldId="257"/>
        </pc:sldMkLst>
        <pc:spChg chg="mod">
          <ac:chgData name="Dr. Kesava Pillai" userId="f8a76550-033e-4967-ba67-525990afc495" providerId="ADAL" clId="{103565A6-41E8-4C0C-82F4-E7164C8531D8}" dt="2023-10-30T03:59:53.721" v="0"/>
          <ac:spMkLst>
            <pc:docMk/>
            <pc:sldMk cId="0" sldId="257"/>
            <ac:spMk id="2" creationId="{00000000-0000-0000-0000-000000000000}"/>
          </ac:spMkLst>
        </pc:spChg>
      </pc:sldChg>
      <pc:sldChg chg="modSp">
        <pc:chgData name="Dr. Kesava Pillai" userId="f8a76550-033e-4967-ba67-525990afc495" providerId="ADAL" clId="{103565A6-41E8-4C0C-82F4-E7164C8531D8}" dt="2023-10-30T03:59:53.721" v="0"/>
        <pc:sldMkLst>
          <pc:docMk/>
          <pc:sldMk cId="0" sldId="258"/>
        </pc:sldMkLst>
        <pc:spChg chg="mod">
          <ac:chgData name="Dr. Kesava Pillai" userId="f8a76550-033e-4967-ba67-525990afc495" providerId="ADAL" clId="{103565A6-41E8-4C0C-82F4-E7164C8531D8}" dt="2023-10-30T03:59:53.721" v="0"/>
          <ac:spMkLst>
            <pc:docMk/>
            <pc:sldMk cId="0" sldId="258"/>
            <ac:spMk id="2" creationId="{00000000-0000-0000-0000-000000000000}"/>
          </ac:spMkLst>
        </pc:spChg>
      </pc:sldChg>
      <pc:sldChg chg="modSp">
        <pc:chgData name="Dr. Kesava Pillai" userId="f8a76550-033e-4967-ba67-525990afc495" providerId="ADAL" clId="{103565A6-41E8-4C0C-82F4-E7164C8531D8}" dt="2023-10-30T03:59:53.721" v="0"/>
        <pc:sldMkLst>
          <pc:docMk/>
          <pc:sldMk cId="0" sldId="259"/>
        </pc:sldMkLst>
        <pc:spChg chg="mod">
          <ac:chgData name="Dr. Kesava Pillai" userId="f8a76550-033e-4967-ba67-525990afc495" providerId="ADAL" clId="{103565A6-41E8-4C0C-82F4-E7164C8531D8}" dt="2023-10-30T03:59:53.721" v="0"/>
          <ac:spMkLst>
            <pc:docMk/>
            <pc:sldMk cId="0" sldId="259"/>
            <ac:spMk id="2" creationId="{00000000-0000-0000-0000-000000000000}"/>
          </ac:spMkLst>
        </pc:spChg>
      </pc:sldChg>
      <pc:sldChg chg="modSp">
        <pc:chgData name="Dr. Kesava Pillai" userId="f8a76550-033e-4967-ba67-525990afc495" providerId="ADAL" clId="{103565A6-41E8-4C0C-82F4-E7164C8531D8}" dt="2023-10-30T03:59:53.721" v="0"/>
        <pc:sldMkLst>
          <pc:docMk/>
          <pc:sldMk cId="0" sldId="260"/>
        </pc:sldMkLst>
        <pc:spChg chg="mod">
          <ac:chgData name="Dr. Kesava Pillai" userId="f8a76550-033e-4967-ba67-525990afc495" providerId="ADAL" clId="{103565A6-41E8-4C0C-82F4-E7164C8531D8}" dt="2023-10-30T03:59:53.721" v="0"/>
          <ac:spMkLst>
            <pc:docMk/>
            <pc:sldMk cId="0" sldId="260"/>
            <ac:spMk id="2" creationId="{00000000-0000-0000-0000-000000000000}"/>
          </ac:spMkLst>
        </pc:spChg>
        <pc:spChg chg="mod">
          <ac:chgData name="Dr. Kesava Pillai" userId="f8a76550-033e-4967-ba67-525990afc495" providerId="ADAL" clId="{103565A6-41E8-4C0C-82F4-E7164C8531D8}" dt="2023-10-30T03:59:53.721" v="0"/>
          <ac:spMkLst>
            <pc:docMk/>
            <pc:sldMk cId="0" sldId="260"/>
            <ac:spMk id="3" creationId="{00000000-0000-0000-0000-000000000000}"/>
          </ac:spMkLst>
        </pc:spChg>
      </pc:sldChg>
      <pc:sldChg chg="modSp">
        <pc:chgData name="Dr. Kesava Pillai" userId="f8a76550-033e-4967-ba67-525990afc495" providerId="ADAL" clId="{103565A6-41E8-4C0C-82F4-E7164C8531D8}" dt="2023-10-30T03:59:53.721" v="0"/>
        <pc:sldMkLst>
          <pc:docMk/>
          <pc:sldMk cId="0" sldId="261"/>
        </pc:sldMkLst>
        <pc:spChg chg="mod">
          <ac:chgData name="Dr. Kesava Pillai" userId="f8a76550-033e-4967-ba67-525990afc495" providerId="ADAL" clId="{103565A6-41E8-4C0C-82F4-E7164C8531D8}" dt="2023-10-30T03:59:53.721" v="0"/>
          <ac:spMkLst>
            <pc:docMk/>
            <pc:sldMk cId="0" sldId="261"/>
            <ac:spMk id="2" creationId="{00000000-0000-0000-0000-000000000000}"/>
          </ac:spMkLst>
        </pc:spChg>
        <pc:spChg chg="mod">
          <ac:chgData name="Dr. Kesava Pillai" userId="f8a76550-033e-4967-ba67-525990afc495" providerId="ADAL" clId="{103565A6-41E8-4C0C-82F4-E7164C8531D8}" dt="2023-10-30T03:59:53.721" v="0"/>
          <ac:spMkLst>
            <pc:docMk/>
            <pc:sldMk cId="0" sldId="261"/>
            <ac:spMk id="3" creationId="{00000000-0000-0000-0000-000000000000}"/>
          </ac:spMkLst>
        </pc:spChg>
      </pc:sldChg>
      <pc:sldMasterChg chg="addSp delSp mod modSldLayout">
        <pc:chgData name="Dr. Kesava Pillai" userId="f8a76550-033e-4967-ba67-525990afc495" providerId="ADAL" clId="{103565A6-41E8-4C0C-82F4-E7164C8531D8}" dt="2023-10-30T04:00:09.327" v="3" actId="478"/>
        <pc:sldMasterMkLst>
          <pc:docMk/>
          <pc:sldMasterMk cId="2732913780" sldId="2147483663"/>
        </pc:sldMasterMkLst>
        <pc:spChg chg="add del">
          <ac:chgData name="Dr. Kesava Pillai" userId="f8a76550-033e-4967-ba67-525990afc495" providerId="ADAL" clId="{103565A6-41E8-4C0C-82F4-E7164C8531D8}" dt="2023-10-30T04:00:09.327" v="3" actId="478"/>
          <ac:spMkLst>
            <pc:docMk/>
            <pc:sldMasterMk cId="2732913780" sldId="2147483663"/>
            <ac:spMk id="4" creationId="{ACFB50AD-44DC-DD57-A16C-18CF267059CE}"/>
          </ac:spMkLst>
        </pc:spChg>
        <pc:picChg chg="add">
          <ac:chgData name="Dr. Kesava Pillai" userId="f8a76550-033e-4967-ba67-525990afc495" providerId="ADAL" clId="{103565A6-41E8-4C0C-82F4-E7164C8531D8}" dt="2023-10-30T03:59:53.721" v="0"/>
          <ac:picMkLst>
            <pc:docMk/>
            <pc:sldMasterMk cId="2732913780" sldId="2147483663"/>
            <ac:picMk id="5" creationId="{12374E43-8A4B-156A-7AD5-A772E9DCF2A1}"/>
          </ac:picMkLst>
        </pc:picChg>
        <pc:sldLayoutChg chg="addSp delSp mod">
          <pc:chgData name="Dr. Kesava Pillai" userId="f8a76550-033e-4967-ba67-525990afc495" providerId="ADAL" clId="{103565A6-41E8-4C0C-82F4-E7164C8531D8}" dt="2023-10-30T04:00:02.738" v="2" actId="478"/>
          <pc:sldLayoutMkLst>
            <pc:docMk/>
            <pc:sldMasterMk cId="2732913780" sldId="2147483663"/>
            <pc:sldLayoutMk cId="3284310366" sldId="2147483664"/>
          </pc:sldLayoutMkLst>
          <pc:spChg chg="add del">
            <ac:chgData name="Dr. Kesava Pillai" userId="f8a76550-033e-4967-ba67-525990afc495" providerId="ADAL" clId="{103565A6-41E8-4C0C-82F4-E7164C8531D8}" dt="2023-10-30T04:00:01.551" v="1" actId="478"/>
            <ac:spMkLst>
              <pc:docMk/>
              <pc:sldMasterMk cId="2732913780" sldId="2147483663"/>
              <pc:sldLayoutMk cId="3284310366" sldId="2147483664"/>
              <ac:spMk id="3" creationId="{E8E2E5AE-3355-513E-EDD5-511D7AB7FC89}"/>
            </ac:spMkLst>
          </pc:spChg>
          <pc:picChg chg="add del">
            <ac:chgData name="Dr. Kesava Pillai" userId="f8a76550-033e-4967-ba67-525990afc495" providerId="ADAL" clId="{103565A6-41E8-4C0C-82F4-E7164C8531D8}" dt="2023-10-30T04:00:02.738" v="2" actId="478"/>
            <ac:picMkLst>
              <pc:docMk/>
              <pc:sldMasterMk cId="2732913780" sldId="2147483663"/>
              <pc:sldLayoutMk cId="3284310366" sldId="2147483664"/>
              <ac:picMk id="4" creationId="{FD649E45-67F6-4545-7EC8-EB9D56B07265}"/>
            </ac:picMkLst>
          </pc:picChg>
        </pc:sldLayoutChg>
      </pc:sldMasterChg>
    </pc:docChg>
  </pc:docChgLst>
  <pc:docChgLst>
    <pc:chgData name="Dr. Kesava Pillai" userId="f8a76550-033e-4967-ba67-525990afc495" providerId="ADAL" clId="{F27F49CF-E0CA-4974-819C-251972E60CAE}"/>
    <pc:docChg chg="custSel delSld modSld modMainMaster modNotesMaster">
      <pc:chgData name="Dr. Kesava Pillai" userId="f8a76550-033e-4967-ba67-525990afc495" providerId="ADAL" clId="{F27F49CF-E0CA-4974-819C-251972E60CAE}" dt="2024-10-03T02:21:05.555" v="170" actId="14100"/>
      <pc:docMkLst>
        <pc:docMk/>
      </pc:docMkLst>
      <pc:sldChg chg="modSp">
        <pc:chgData name="Dr. Kesava Pillai" userId="f8a76550-033e-4967-ba67-525990afc495" providerId="ADAL" clId="{F27F49CF-E0CA-4974-819C-251972E60CAE}" dt="2024-10-03T02:18:58.773" v="167" actId="404"/>
        <pc:sldMkLst>
          <pc:docMk/>
          <pc:sldMk cId="0" sldId="256"/>
        </pc:sldMkLst>
        <pc:spChg chg="mod">
          <ac:chgData name="Dr. Kesava Pillai" userId="f8a76550-033e-4967-ba67-525990afc495" providerId="ADAL" clId="{F27F49CF-E0CA-4974-819C-251972E60CAE}" dt="2024-10-03T02:18:45.812" v="165" actId="403"/>
          <ac:spMkLst>
            <pc:docMk/>
            <pc:sldMk cId="0" sldId="256"/>
            <ac:spMk id="2" creationId="{00000000-0000-0000-0000-000000000000}"/>
          </ac:spMkLst>
        </pc:spChg>
        <pc:spChg chg="mod">
          <ac:chgData name="Dr. Kesava Pillai" userId="f8a76550-033e-4967-ba67-525990afc495" providerId="ADAL" clId="{F27F49CF-E0CA-4974-819C-251972E60CAE}" dt="2024-10-03T02:18:58.773" v="167" actId="404"/>
          <ac:spMkLst>
            <pc:docMk/>
            <pc:sldMk cId="0" sldId="256"/>
            <ac:spMk id="3" creationId="{00000000-0000-0000-0000-000000000000}"/>
          </ac:spMkLst>
        </pc:spChg>
      </pc:sldChg>
      <pc:sldChg chg="modSp del">
        <pc:chgData name="Dr. Kesava Pillai" userId="f8a76550-033e-4967-ba67-525990afc495" providerId="ADAL" clId="{F27F49CF-E0CA-4974-819C-251972E60CAE}" dt="2024-09-30T09:35:22.972" v="1" actId="47"/>
        <pc:sldMkLst>
          <pc:docMk/>
          <pc:sldMk cId="0" sldId="257"/>
        </pc:sldMkLst>
        <pc:spChg chg="mod">
          <ac:chgData name="Dr. Kesava Pillai" userId="f8a76550-033e-4967-ba67-525990afc495" providerId="ADAL" clId="{F27F49CF-E0CA-4974-819C-251972E60CAE}" dt="2024-09-30T09:34:48.344" v="0"/>
          <ac:spMkLst>
            <pc:docMk/>
            <pc:sldMk cId="0" sldId="257"/>
            <ac:spMk id="3" creationId="{00000000-0000-0000-0000-000000000000}"/>
          </ac:spMkLst>
        </pc:spChg>
      </pc:sldChg>
      <pc:sldChg chg="modSp del">
        <pc:chgData name="Dr. Kesava Pillai" userId="f8a76550-033e-4967-ba67-525990afc495" providerId="ADAL" clId="{F27F49CF-E0CA-4974-819C-251972E60CAE}" dt="2024-09-30T09:35:22.972" v="1" actId="47"/>
        <pc:sldMkLst>
          <pc:docMk/>
          <pc:sldMk cId="0" sldId="258"/>
        </pc:sldMkLst>
        <pc:spChg chg="mod">
          <ac:chgData name="Dr. Kesava Pillai" userId="f8a76550-033e-4967-ba67-525990afc495" providerId="ADAL" clId="{F27F49CF-E0CA-4974-819C-251972E60CAE}" dt="2024-09-30T09:34:48.344" v="0"/>
          <ac:spMkLst>
            <pc:docMk/>
            <pc:sldMk cId="0" sldId="258"/>
            <ac:spMk id="3" creationId="{00000000-0000-0000-0000-000000000000}"/>
          </ac:spMkLst>
        </pc:spChg>
      </pc:sldChg>
      <pc:sldChg chg="modSp del">
        <pc:chgData name="Dr. Kesava Pillai" userId="f8a76550-033e-4967-ba67-525990afc495" providerId="ADAL" clId="{F27F49CF-E0CA-4974-819C-251972E60CAE}" dt="2024-09-30T09:35:22.972" v="1" actId="47"/>
        <pc:sldMkLst>
          <pc:docMk/>
          <pc:sldMk cId="0" sldId="259"/>
        </pc:sldMkLst>
        <pc:spChg chg="mod">
          <ac:chgData name="Dr. Kesava Pillai" userId="f8a76550-033e-4967-ba67-525990afc495" providerId="ADAL" clId="{F27F49CF-E0CA-4974-819C-251972E60CAE}" dt="2024-09-30T09:34:48.344" v="0"/>
          <ac:spMkLst>
            <pc:docMk/>
            <pc:sldMk cId="0" sldId="259"/>
            <ac:spMk id="4" creationId="{00000000-0000-0000-0000-000000000000}"/>
          </ac:spMkLst>
        </pc:spChg>
      </pc:sldChg>
      <pc:sldChg chg="del">
        <pc:chgData name="Dr. Kesava Pillai" userId="f8a76550-033e-4967-ba67-525990afc495" providerId="ADAL" clId="{F27F49CF-E0CA-4974-819C-251972E60CAE}" dt="2024-09-30T09:35:22.972" v="1" actId="47"/>
        <pc:sldMkLst>
          <pc:docMk/>
          <pc:sldMk cId="0" sldId="260"/>
        </pc:sldMkLst>
      </pc:sldChg>
      <pc:sldChg chg="del">
        <pc:chgData name="Dr. Kesava Pillai" userId="f8a76550-033e-4967-ba67-525990afc495" providerId="ADAL" clId="{F27F49CF-E0CA-4974-819C-251972E60CAE}" dt="2024-09-30T09:35:22.972" v="1" actId="47"/>
        <pc:sldMkLst>
          <pc:docMk/>
          <pc:sldMk cId="0" sldId="261"/>
        </pc:sldMkLst>
      </pc:sldChg>
      <pc:sldChg chg="modSp modNotes">
        <pc:chgData name="Dr. Kesava Pillai" userId="f8a76550-033e-4967-ba67-525990afc495" providerId="ADAL" clId="{F27F49CF-E0CA-4974-819C-251972E60CAE}" dt="2024-10-01T07:24:00.213" v="137" actId="14100"/>
        <pc:sldMkLst>
          <pc:docMk/>
          <pc:sldMk cId="0" sldId="262"/>
        </pc:sldMkLst>
        <pc:spChg chg="mod">
          <ac:chgData name="Dr. Kesava Pillai" userId="f8a76550-033e-4967-ba67-525990afc495" providerId="ADAL" clId="{F27F49CF-E0CA-4974-819C-251972E60CAE}" dt="2024-10-01T07:24:00.213" v="137" actId="14100"/>
          <ac:spMkLst>
            <pc:docMk/>
            <pc:sldMk cId="0" sldId="262"/>
            <ac:spMk id="6148" creationId="{677BEA23-9885-3A89-1BC3-498010915113}"/>
          </ac:spMkLst>
        </pc:spChg>
        <pc:spChg chg="mod">
          <ac:chgData name="Dr. Kesava Pillai" userId="f8a76550-033e-4967-ba67-525990afc495" providerId="ADAL" clId="{F27F49CF-E0CA-4974-819C-251972E60CAE}" dt="2024-10-01T07:15:17.931" v="61" actId="14100"/>
          <ac:spMkLst>
            <pc:docMk/>
            <pc:sldMk cId="0" sldId="262"/>
            <ac:spMk id="45059" creationId="{F921C634-81DF-AC50-EE6B-F1C36513F41F}"/>
          </ac:spMkLst>
        </pc:spChg>
      </pc:sldChg>
      <pc:sldChg chg="modSp modNotes">
        <pc:chgData name="Dr. Kesava Pillai" userId="f8a76550-033e-4967-ba67-525990afc495" providerId="ADAL" clId="{F27F49CF-E0CA-4974-819C-251972E60CAE}" dt="2024-10-01T07:24:24.826" v="140" actId="2710"/>
        <pc:sldMkLst>
          <pc:docMk/>
          <pc:sldMk cId="0" sldId="263"/>
        </pc:sldMkLst>
        <pc:spChg chg="mod">
          <ac:chgData name="Dr. Kesava Pillai" userId="f8a76550-033e-4967-ba67-525990afc495" providerId="ADAL" clId="{F27F49CF-E0CA-4974-819C-251972E60CAE}" dt="2024-10-01T07:15:48.658" v="66" actId="14100"/>
          <ac:spMkLst>
            <pc:docMk/>
            <pc:sldMk cId="0" sldId="263"/>
            <ac:spMk id="47106" creationId="{B71E8B44-B45E-B9EC-08BE-179A3D7552D0}"/>
          </ac:spMkLst>
        </pc:spChg>
        <pc:spChg chg="mod">
          <ac:chgData name="Dr. Kesava Pillai" userId="f8a76550-033e-4967-ba67-525990afc495" providerId="ADAL" clId="{F27F49CF-E0CA-4974-819C-251972E60CAE}" dt="2024-10-01T07:24:24.826" v="140" actId="2710"/>
          <ac:spMkLst>
            <pc:docMk/>
            <pc:sldMk cId="0" sldId="263"/>
            <ac:spMk id="47107" creationId="{5393F051-67C6-7B32-8EBC-DCDD8775EE4C}"/>
          </ac:spMkLst>
        </pc:spChg>
      </pc:sldChg>
      <pc:sldChg chg="modSp modNotes">
        <pc:chgData name="Dr. Kesava Pillai" userId="f8a76550-033e-4967-ba67-525990afc495" providerId="ADAL" clId="{F27F49CF-E0CA-4974-819C-251972E60CAE}" dt="2024-10-01T07:23:32.959" v="135" actId="14100"/>
        <pc:sldMkLst>
          <pc:docMk/>
          <pc:sldMk cId="0" sldId="264"/>
        </pc:sldMkLst>
        <pc:spChg chg="mod">
          <ac:chgData name="Dr. Kesava Pillai" userId="f8a76550-033e-4967-ba67-525990afc495" providerId="ADAL" clId="{F27F49CF-E0CA-4974-819C-251972E60CAE}" dt="2024-10-01T07:14:00.845" v="44" actId="1035"/>
          <ac:spMkLst>
            <pc:docMk/>
            <pc:sldMk cId="0" sldId="264"/>
            <ac:spMk id="49154" creationId="{638C18E7-F9D3-26AB-D2AB-70DD1D5C7AD6}"/>
          </ac:spMkLst>
        </pc:spChg>
        <pc:spChg chg="mod">
          <ac:chgData name="Dr. Kesava Pillai" userId="f8a76550-033e-4967-ba67-525990afc495" providerId="ADAL" clId="{F27F49CF-E0CA-4974-819C-251972E60CAE}" dt="2024-10-01T07:23:32.959" v="135" actId="14100"/>
          <ac:spMkLst>
            <pc:docMk/>
            <pc:sldMk cId="0" sldId="264"/>
            <ac:spMk id="49155" creationId="{97C333EE-6EEB-90FB-A3CF-D89BCC77E99A}"/>
          </ac:spMkLst>
        </pc:spChg>
      </pc:sldChg>
      <pc:sldChg chg="modSp">
        <pc:chgData name="Dr. Kesava Pillai" userId="f8a76550-033e-4967-ba67-525990afc495" providerId="ADAL" clId="{F27F49CF-E0CA-4974-819C-251972E60CAE}" dt="2024-10-01T07:19:12.218" v="106"/>
        <pc:sldMkLst>
          <pc:docMk/>
          <pc:sldMk cId="0" sldId="265"/>
        </pc:sldMkLst>
        <pc:spChg chg="mod">
          <ac:chgData name="Dr. Kesava Pillai" userId="f8a76550-033e-4967-ba67-525990afc495" providerId="ADAL" clId="{F27F49CF-E0CA-4974-819C-251972E60CAE}" dt="2024-09-30T09:34:48.344" v="0"/>
          <ac:spMkLst>
            <pc:docMk/>
            <pc:sldMk cId="0" sldId="265"/>
            <ac:spMk id="77826" creationId="{240D7E5A-E66E-BB53-EB8C-E07A7C6637A4}"/>
          </ac:spMkLst>
        </pc:spChg>
        <pc:spChg chg="mod">
          <ac:chgData name="Dr. Kesava Pillai" userId="f8a76550-033e-4967-ba67-525990afc495" providerId="ADAL" clId="{F27F49CF-E0CA-4974-819C-251972E60CAE}" dt="2024-10-01T07:19:12.218" v="106"/>
          <ac:spMkLst>
            <pc:docMk/>
            <pc:sldMk cId="0" sldId="265"/>
            <ac:spMk id="77827" creationId="{D3066F2C-586F-9032-24D0-21DC7769253D}"/>
          </ac:spMkLst>
        </pc:spChg>
      </pc:sldChg>
      <pc:sldChg chg="modSp modNotes">
        <pc:chgData name="Dr. Kesava Pillai" userId="f8a76550-033e-4967-ba67-525990afc495" providerId="ADAL" clId="{F27F49CF-E0CA-4974-819C-251972E60CAE}" dt="2024-10-03T02:21:05.555" v="170" actId="14100"/>
        <pc:sldMkLst>
          <pc:docMk/>
          <pc:sldMk cId="0" sldId="267"/>
        </pc:sldMkLst>
        <pc:spChg chg="mod">
          <ac:chgData name="Dr. Kesava Pillai" userId="f8a76550-033e-4967-ba67-525990afc495" providerId="ADAL" clId="{F27F49CF-E0CA-4974-819C-251972E60CAE}" dt="2024-09-30T09:34:48.344" v="0"/>
          <ac:spMkLst>
            <pc:docMk/>
            <pc:sldMk cId="0" sldId="267"/>
            <ac:spMk id="78850" creationId="{AAFF3002-A1BC-0CFB-AED7-81034F9FE950}"/>
          </ac:spMkLst>
        </pc:spChg>
        <pc:spChg chg="mod">
          <ac:chgData name="Dr. Kesava Pillai" userId="f8a76550-033e-4967-ba67-525990afc495" providerId="ADAL" clId="{F27F49CF-E0CA-4974-819C-251972E60CAE}" dt="2024-10-03T02:21:05.555" v="170" actId="14100"/>
          <ac:spMkLst>
            <pc:docMk/>
            <pc:sldMk cId="0" sldId="267"/>
            <ac:spMk id="78851" creationId="{CA380BF2-FBD0-91E8-9B24-F31AA943E4C2}"/>
          </ac:spMkLst>
        </pc:spChg>
      </pc:sldChg>
      <pc:sldChg chg="modSp">
        <pc:chgData name="Dr. Kesava Pillai" userId="f8a76550-033e-4967-ba67-525990afc495" providerId="ADAL" clId="{F27F49CF-E0CA-4974-819C-251972E60CAE}" dt="2024-10-01T07:23:08.138" v="132" actId="14100"/>
        <pc:sldMkLst>
          <pc:docMk/>
          <pc:sldMk cId="0" sldId="271"/>
        </pc:sldMkLst>
        <pc:spChg chg="mod">
          <ac:chgData name="Dr. Kesava Pillai" userId="f8a76550-033e-4967-ba67-525990afc495" providerId="ADAL" clId="{F27F49CF-E0CA-4974-819C-251972E60CAE}" dt="2024-10-01T07:16:20.058" v="72" actId="14100"/>
          <ac:spMkLst>
            <pc:docMk/>
            <pc:sldMk cId="0" sldId="271"/>
            <ac:spMk id="12290" creationId="{F3652BC4-1321-F101-6708-239749223FF4}"/>
          </ac:spMkLst>
        </pc:spChg>
        <pc:spChg chg="mod">
          <ac:chgData name="Dr. Kesava Pillai" userId="f8a76550-033e-4967-ba67-525990afc495" providerId="ADAL" clId="{F27F49CF-E0CA-4974-819C-251972E60CAE}" dt="2024-10-01T07:23:08.138" v="132" actId="14100"/>
          <ac:spMkLst>
            <pc:docMk/>
            <pc:sldMk cId="0" sldId="271"/>
            <ac:spMk id="12291" creationId="{EA98137C-C5C3-73C5-6C5F-92321BCDEC43}"/>
          </ac:spMkLst>
        </pc:spChg>
      </pc:sldChg>
      <pc:sldChg chg="modSp">
        <pc:chgData name="Dr. Kesava Pillai" userId="f8a76550-033e-4967-ba67-525990afc495" providerId="ADAL" clId="{F27F49CF-E0CA-4974-819C-251972E60CAE}" dt="2024-10-01T07:22:39.234" v="130" actId="14100"/>
        <pc:sldMkLst>
          <pc:docMk/>
          <pc:sldMk cId="0" sldId="272"/>
        </pc:sldMkLst>
        <pc:spChg chg="mod">
          <ac:chgData name="Dr. Kesava Pillai" userId="f8a76550-033e-4967-ba67-525990afc495" providerId="ADAL" clId="{F27F49CF-E0CA-4974-819C-251972E60CAE}" dt="2024-10-01T07:22:39.234" v="130" actId="14100"/>
          <ac:spMkLst>
            <pc:docMk/>
            <pc:sldMk cId="0" sldId="272"/>
            <ac:spMk id="4" creationId="{55D09DE4-3A75-103D-F24C-C6A705764C8E}"/>
          </ac:spMkLst>
        </pc:spChg>
        <pc:spChg chg="mod">
          <ac:chgData name="Dr. Kesava Pillai" userId="f8a76550-033e-4967-ba67-525990afc495" providerId="ADAL" clId="{F27F49CF-E0CA-4974-819C-251972E60CAE}" dt="2024-10-01T07:16:33.534" v="75" actId="14100"/>
          <ac:spMkLst>
            <pc:docMk/>
            <pc:sldMk cId="0" sldId="272"/>
            <ac:spMk id="13314" creationId="{8D09733A-E63C-0BA9-5BDF-DF002CF2FFD2}"/>
          </ac:spMkLst>
        </pc:spChg>
      </pc:sldChg>
      <pc:sldChg chg="modSp mod">
        <pc:chgData name="Dr. Kesava Pillai" userId="f8a76550-033e-4967-ba67-525990afc495" providerId="ADAL" clId="{F27F49CF-E0CA-4974-819C-251972E60CAE}" dt="2024-10-01T07:22:20.941" v="128" actId="14100"/>
        <pc:sldMkLst>
          <pc:docMk/>
          <pc:sldMk cId="0" sldId="286"/>
        </pc:sldMkLst>
        <pc:spChg chg="mod">
          <ac:chgData name="Dr. Kesava Pillai" userId="f8a76550-033e-4967-ba67-525990afc495" providerId="ADAL" clId="{F27F49CF-E0CA-4974-819C-251972E60CAE}" dt="2024-10-01T07:16:43.092" v="77" actId="14100"/>
          <ac:spMkLst>
            <pc:docMk/>
            <pc:sldMk cId="0" sldId="286"/>
            <ac:spMk id="14338" creationId="{E2869AF9-0344-946B-6793-EECE526DA076}"/>
          </ac:spMkLst>
        </pc:spChg>
        <pc:spChg chg="mod">
          <ac:chgData name="Dr. Kesava Pillai" userId="f8a76550-033e-4967-ba67-525990afc495" providerId="ADAL" clId="{F27F49CF-E0CA-4974-819C-251972E60CAE}" dt="2024-10-01T07:22:10.139" v="126" actId="14100"/>
          <ac:spMkLst>
            <pc:docMk/>
            <pc:sldMk cId="0" sldId="286"/>
            <ac:spMk id="53250" creationId="{B479C143-33ED-2AB8-0DC7-011A78C0776E}"/>
          </ac:spMkLst>
        </pc:spChg>
        <pc:picChg chg="mod">
          <ac:chgData name="Dr. Kesava Pillai" userId="f8a76550-033e-4967-ba67-525990afc495" providerId="ADAL" clId="{F27F49CF-E0CA-4974-819C-251972E60CAE}" dt="2024-10-01T07:22:20.941" v="128" actId="14100"/>
          <ac:picMkLst>
            <pc:docMk/>
            <pc:sldMk cId="0" sldId="286"/>
            <ac:picMk id="3" creationId="{6256DC97-6B7A-D060-F828-B8E07553D452}"/>
          </ac:picMkLst>
        </pc:picChg>
      </pc:sldChg>
      <pc:sldChg chg="modSp">
        <pc:chgData name="Dr. Kesava Pillai" userId="f8a76550-033e-4967-ba67-525990afc495" providerId="ADAL" clId="{F27F49CF-E0CA-4974-819C-251972E60CAE}" dt="2024-10-01T07:20:30.314" v="116" actId="14100"/>
        <pc:sldMkLst>
          <pc:docMk/>
          <pc:sldMk cId="0" sldId="302"/>
        </pc:sldMkLst>
        <pc:spChg chg="mod">
          <ac:chgData name="Dr. Kesava Pillai" userId="f8a76550-033e-4967-ba67-525990afc495" providerId="ADAL" clId="{F27F49CF-E0CA-4974-819C-251972E60CAE}" dt="2024-10-01T07:17:23.702" v="85" actId="14100"/>
          <ac:spMkLst>
            <pc:docMk/>
            <pc:sldMk cId="0" sldId="302"/>
            <ac:spMk id="15362" creationId="{CCA385A9-BCA7-D84B-3F95-A5056F3FAD17}"/>
          </ac:spMkLst>
        </pc:spChg>
        <pc:spChg chg="mod">
          <ac:chgData name="Dr. Kesava Pillai" userId="f8a76550-033e-4967-ba67-525990afc495" providerId="ADAL" clId="{F27F49CF-E0CA-4974-819C-251972E60CAE}" dt="2024-10-01T07:20:30.314" v="116" actId="14100"/>
          <ac:spMkLst>
            <pc:docMk/>
            <pc:sldMk cId="0" sldId="302"/>
            <ac:spMk id="15363" creationId="{8D4F3E09-FFAC-DC8B-5991-FE023FF358F1}"/>
          </ac:spMkLst>
        </pc:spChg>
      </pc:sldChg>
      <pc:sldChg chg="modSp">
        <pc:chgData name="Dr. Kesava Pillai" userId="f8a76550-033e-4967-ba67-525990afc495" providerId="ADAL" clId="{F27F49CF-E0CA-4974-819C-251972E60CAE}" dt="2024-10-01T07:20:09.453" v="114" actId="14100"/>
        <pc:sldMkLst>
          <pc:docMk/>
          <pc:sldMk cId="0" sldId="303"/>
        </pc:sldMkLst>
        <pc:spChg chg="mod">
          <ac:chgData name="Dr. Kesava Pillai" userId="f8a76550-033e-4967-ba67-525990afc495" providerId="ADAL" clId="{F27F49CF-E0CA-4974-819C-251972E60CAE}" dt="2024-10-01T07:17:49.452" v="90" actId="14100"/>
          <ac:spMkLst>
            <pc:docMk/>
            <pc:sldMk cId="0" sldId="303"/>
            <ac:spMk id="16386" creationId="{B63D50A4-C441-939E-3302-28062CA06352}"/>
          </ac:spMkLst>
        </pc:spChg>
        <pc:spChg chg="mod">
          <ac:chgData name="Dr. Kesava Pillai" userId="f8a76550-033e-4967-ba67-525990afc495" providerId="ADAL" clId="{F27F49CF-E0CA-4974-819C-251972E60CAE}" dt="2024-10-01T07:20:09.453" v="114" actId="14100"/>
          <ac:spMkLst>
            <pc:docMk/>
            <pc:sldMk cId="0" sldId="303"/>
            <ac:spMk id="55298" creationId="{96AE9897-CB52-C361-21DB-FD3536BAE152}"/>
          </ac:spMkLst>
        </pc:spChg>
      </pc:sldChg>
      <pc:sldChg chg="modSp">
        <pc:chgData name="Dr. Kesava Pillai" userId="f8a76550-033e-4967-ba67-525990afc495" providerId="ADAL" clId="{F27F49CF-E0CA-4974-819C-251972E60CAE}" dt="2024-10-01T07:19:58.342" v="112" actId="14100"/>
        <pc:sldMkLst>
          <pc:docMk/>
          <pc:sldMk cId="0" sldId="320"/>
        </pc:sldMkLst>
        <pc:spChg chg="mod">
          <ac:chgData name="Dr. Kesava Pillai" userId="f8a76550-033e-4967-ba67-525990afc495" providerId="ADAL" clId="{F27F49CF-E0CA-4974-819C-251972E60CAE}" dt="2024-10-01T07:18:00.476" v="92" actId="14100"/>
          <ac:spMkLst>
            <pc:docMk/>
            <pc:sldMk cId="0" sldId="320"/>
            <ac:spMk id="17410" creationId="{C8ECB798-F8B9-7908-538F-9465994E3667}"/>
          </ac:spMkLst>
        </pc:spChg>
        <pc:spChg chg="mod">
          <ac:chgData name="Dr. Kesava Pillai" userId="f8a76550-033e-4967-ba67-525990afc495" providerId="ADAL" clId="{F27F49CF-E0CA-4974-819C-251972E60CAE}" dt="2024-10-01T07:19:58.342" v="112" actId="14100"/>
          <ac:spMkLst>
            <pc:docMk/>
            <pc:sldMk cId="0" sldId="320"/>
            <ac:spMk id="17411" creationId="{78D5C4E1-C178-15DB-1F1A-6F55C53769C1}"/>
          </ac:spMkLst>
        </pc:spChg>
      </pc:sldChg>
      <pc:sldChg chg="modSp">
        <pc:chgData name="Dr. Kesava Pillai" userId="f8a76550-033e-4967-ba67-525990afc495" providerId="ADAL" clId="{F27F49CF-E0CA-4974-819C-251972E60CAE}" dt="2024-10-01T07:19:41.580" v="110" actId="14100"/>
        <pc:sldMkLst>
          <pc:docMk/>
          <pc:sldMk cId="0" sldId="321"/>
        </pc:sldMkLst>
        <pc:spChg chg="mod">
          <ac:chgData name="Dr. Kesava Pillai" userId="f8a76550-033e-4967-ba67-525990afc495" providerId="ADAL" clId="{F27F49CF-E0CA-4974-819C-251972E60CAE}" dt="2024-10-01T07:18:09.330" v="94" actId="14100"/>
          <ac:spMkLst>
            <pc:docMk/>
            <pc:sldMk cId="0" sldId="321"/>
            <ac:spMk id="18434" creationId="{3C5F02A2-6CC9-3916-0E45-5F320FA587AF}"/>
          </ac:spMkLst>
        </pc:spChg>
        <pc:picChg chg="mod">
          <ac:chgData name="Dr. Kesava Pillai" userId="f8a76550-033e-4967-ba67-525990afc495" providerId="ADAL" clId="{F27F49CF-E0CA-4974-819C-251972E60CAE}" dt="2024-10-01T07:19:41.580" v="110" actId="14100"/>
          <ac:picMkLst>
            <pc:docMk/>
            <pc:sldMk cId="0" sldId="321"/>
            <ac:picMk id="8" creationId="{61CAC256-02A0-2EDC-0E8D-7AEC18C66A91}"/>
          </ac:picMkLst>
        </pc:picChg>
      </pc:sldChg>
      <pc:sldChg chg="modSp mod modNotes">
        <pc:chgData name="Dr. Kesava Pillai" userId="f8a76550-033e-4967-ba67-525990afc495" providerId="ADAL" clId="{F27F49CF-E0CA-4974-819C-251972E60CAE}" dt="2024-10-03T00:13:24.453" v="153" actId="20577"/>
        <pc:sldMkLst>
          <pc:docMk/>
          <pc:sldMk cId="0" sldId="336"/>
        </pc:sldMkLst>
        <pc:spChg chg="mod">
          <ac:chgData name="Dr. Kesava Pillai" userId="f8a76550-033e-4967-ba67-525990afc495" providerId="ADAL" clId="{F27F49CF-E0CA-4974-819C-251972E60CAE}" dt="2024-10-03T00:13:24.453" v="153" actId="20577"/>
          <ac:spMkLst>
            <pc:docMk/>
            <pc:sldMk cId="0" sldId="336"/>
            <ac:spMk id="2" creationId="{765277EF-8762-52A5-52A6-B77EFEF70971}"/>
          </ac:spMkLst>
        </pc:spChg>
        <pc:spChg chg="mod">
          <ac:chgData name="Dr. Kesava Pillai" userId="f8a76550-033e-4967-ba67-525990afc495" providerId="ADAL" clId="{F27F49CF-E0CA-4974-819C-251972E60CAE}" dt="2024-10-01T07:18:43.865" v="100"/>
          <ac:spMkLst>
            <pc:docMk/>
            <pc:sldMk cId="0" sldId="336"/>
            <ac:spMk id="75778" creationId="{713004A6-1B36-4479-F8D3-CE05AF7D65E9}"/>
          </ac:spMkLst>
        </pc:spChg>
      </pc:sldChg>
      <pc:sldChg chg="modSp">
        <pc:chgData name="Dr. Kesava Pillai" userId="f8a76550-033e-4967-ba67-525990afc495" providerId="ADAL" clId="{F27F49CF-E0CA-4974-819C-251972E60CAE}" dt="2024-10-01T07:27:52.788" v="141" actId="2710"/>
        <pc:sldMkLst>
          <pc:docMk/>
          <pc:sldMk cId="370764377" sldId="337"/>
        </pc:sldMkLst>
        <pc:spChg chg="mod">
          <ac:chgData name="Dr. Kesava Pillai" userId="f8a76550-033e-4967-ba67-525990afc495" providerId="ADAL" clId="{F27F49CF-E0CA-4974-819C-251972E60CAE}" dt="2024-10-01T07:27:52.788" v="141" actId="2710"/>
          <ac:spMkLst>
            <pc:docMk/>
            <pc:sldMk cId="370764377" sldId="337"/>
            <ac:spMk id="2" creationId="{ADF3A0E6-B47D-5075-57C3-1294D68FE9E1}"/>
          </ac:spMkLst>
        </pc:spChg>
        <pc:spChg chg="mod">
          <ac:chgData name="Dr. Kesava Pillai" userId="f8a76550-033e-4967-ba67-525990afc495" providerId="ADAL" clId="{F27F49CF-E0CA-4974-819C-251972E60CAE}" dt="2024-10-01T07:16:05.673" v="69" actId="14100"/>
          <ac:spMkLst>
            <pc:docMk/>
            <pc:sldMk cId="370764377" sldId="337"/>
            <ac:spMk id="3" creationId="{D726D44A-20F5-3B8B-7E8F-8BAF19482810}"/>
          </ac:spMkLst>
        </pc:spChg>
      </pc:sldChg>
      <pc:sldChg chg="modSp">
        <pc:chgData name="Dr. Kesava Pillai" userId="f8a76550-033e-4967-ba67-525990afc495" providerId="ADAL" clId="{F27F49CF-E0CA-4974-819C-251972E60CAE}" dt="2024-10-01T07:22:00.485" v="125" actId="14100"/>
        <pc:sldMkLst>
          <pc:docMk/>
          <pc:sldMk cId="2616859187" sldId="338"/>
        </pc:sldMkLst>
        <pc:spChg chg="mod">
          <ac:chgData name="Dr. Kesava Pillai" userId="f8a76550-033e-4967-ba67-525990afc495" providerId="ADAL" clId="{F27F49CF-E0CA-4974-819C-251972E60CAE}" dt="2024-10-01T07:22:00.485" v="125" actId="14100"/>
          <ac:spMkLst>
            <pc:docMk/>
            <pc:sldMk cId="2616859187" sldId="338"/>
            <ac:spMk id="2" creationId="{DB4FD66B-0A62-B2EF-B83F-C569CE1413E1}"/>
          </ac:spMkLst>
        </pc:spChg>
        <pc:spChg chg="mod">
          <ac:chgData name="Dr. Kesava Pillai" userId="f8a76550-033e-4967-ba67-525990afc495" providerId="ADAL" clId="{F27F49CF-E0CA-4974-819C-251972E60CAE}" dt="2024-10-01T07:16:51.726" v="79" actId="14100"/>
          <ac:spMkLst>
            <pc:docMk/>
            <pc:sldMk cId="2616859187" sldId="338"/>
            <ac:spMk id="6" creationId="{AEF724AD-72D7-F06E-ECCB-4251D522F291}"/>
          </ac:spMkLst>
        </pc:spChg>
      </pc:sldChg>
      <pc:sldChg chg="modSp mod">
        <pc:chgData name="Dr. Kesava Pillai" userId="f8a76550-033e-4967-ba67-525990afc495" providerId="ADAL" clId="{F27F49CF-E0CA-4974-819C-251972E60CAE}" dt="2024-10-01T07:31:10.080" v="151" actId="14100"/>
        <pc:sldMkLst>
          <pc:docMk/>
          <pc:sldMk cId="4169096414" sldId="339"/>
        </pc:sldMkLst>
        <pc:spChg chg="mod">
          <ac:chgData name="Dr. Kesava Pillai" userId="f8a76550-033e-4967-ba67-525990afc495" providerId="ADAL" clId="{F27F49CF-E0CA-4974-819C-251972E60CAE}" dt="2024-10-01T07:31:10.080" v="151" actId="14100"/>
          <ac:spMkLst>
            <pc:docMk/>
            <pc:sldMk cId="4169096414" sldId="339"/>
            <ac:spMk id="2" creationId="{DF63F7EE-32D2-DFF7-BD07-191EF0F3D7AD}"/>
          </ac:spMkLst>
        </pc:spChg>
        <pc:spChg chg="mod">
          <ac:chgData name="Dr. Kesava Pillai" userId="f8a76550-033e-4967-ba67-525990afc495" providerId="ADAL" clId="{F27F49CF-E0CA-4974-819C-251972E60CAE}" dt="2024-10-01T07:17:12.133" v="83" actId="14100"/>
          <ac:spMkLst>
            <pc:docMk/>
            <pc:sldMk cId="4169096414" sldId="339"/>
            <ac:spMk id="4" creationId="{ACE606E0-2AEE-1DBF-7317-38D04B2787AD}"/>
          </ac:spMkLst>
        </pc:spChg>
      </pc:sldChg>
      <pc:sldChg chg="modSp">
        <pc:chgData name="Dr. Kesava Pillai" userId="f8a76550-033e-4967-ba67-525990afc495" providerId="ADAL" clId="{F27F49CF-E0CA-4974-819C-251972E60CAE}" dt="2024-10-01T07:29:37.936" v="144" actId="404"/>
        <pc:sldMkLst>
          <pc:docMk/>
          <pc:sldMk cId="3498148905" sldId="340"/>
        </pc:sldMkLst>
        <pc:spChg chg="mod">
          <ac:chgData name="Dr. Kesava Pillai" userId="f8a76550-033e-4967-ba67-525990afc495" providerId="ADAL" clId="{F27F49CF-E0CA-4974-819C-251972E60CAE}" dt="2024-10-01T07:29:37.936" v="144" actId="404"/>
          <ac:spMkLst>
            <pc:docMk/>
            <pc:sldMk cId="3498148905" sldId="340"/>
            <ac:spMk id="2" creationId="{B60069C5-A690-1A3A-EC0F-54BDE1348841}"/>
          </ac:spMkLst>
        </pc:spChg>
        <pc:spChg chg="mod">
          <ac:chgData name="Dr. Kesava Pillai" userId="f8a76550-033e-4967-ba67-525990afc495" providerId="ADAL" clId="{F27F49CF-E0CA-4974-819C-251972E60CAE}" dt="2024-10-01T07:17:00.990" v="81" actId="14100"/>
          <ac:spMkLst>
            <pc:docMk/>
            <pc:sldMk cId="3498148905" sldId="340"/>
            <ac:spMk id="4" creationId="{C6093242-9B71-990C-5A3C-6EA73BD0B4EF}"/>
          </ac:spMkLst>
        </pc:spChg>
      </pc:sldChg>
      <pc:sldMasterChg chg="modSp modSldLayout">
        <pc:chgData name="Dr. Kesava Pillai" userId="f8a76550-033e-4967-ba67-525990afc495" providerId="ADAL" clId="{F27F49CF-E0CA-4974-819C-251972E60CAE}" dt="2024-09-30T09:37:21.145" v="31" actId="478"/>
        <pc:sldMasterMkLst>
          <pc:docMk/>
          <pc:sldMasterMk cId="2732913780" sldId="2147483663"/>
        </pc:sldMasterMkLst>
        <pc:spChg chg="mod">
          <ac:chgData name="Dr. Kesava Pillai" userId="f8a76550-033e-4967-ba67-525990afc495" providerId="ADAL" clId="{F27F49CF-E0CA-4974-819C-251972E60CAE}" dt="2024-09-30T09:34:48.344" v="0"/>
          <ac:spMkLst>
            <pc:docMk/>
            <pc:sldMasterMk cId="2732913780" sldId="2147483663"/>
            <ac:spMk id="2" creationId="{A748569D-7387-4D30-B100-DC94E7D1863E}"/>
          </ac:spMkLst>
        </pc:spChg>
        <pc:spChg chg="mod">
          <ac:chgData name="Dr. Kesava Pillai" userId="f8a76550-033e-4967-ba67-525990afc495" providerId="ADAL" clId="{F27F49CF-E0CA-4974-819C-251972E60CAE}" dt="2024-09-30T09:34:48.344" v="0"/>
          <ac:spMkLst>
            <pc:docMk/>
            <pc:sldMasterMk cId="2732913780" sldId="2147483663"/>
            <ac:spMk id="3" creationId="{86DC117F-9549-84AD-C279-A42AEB20D920}"/>
          </ac:spMkLst>
        </pc:spChg>
        <pc:spChg chg="mod">
          <ac:chgData name="Dr. Kesava Pillai" userId="f8a76550-033e-4967-ba67-525990afc495" providerId="ADAL" clId="{F27F49CF-E0CA-4974-819C-251972E60CAE}" dt="2024-09-30T09:34:48.344" v="0"/>
          <ac:spMkLst>
            <pc:docMk/>
            <pc:sldMasterMk cId="2732913780" sldId="2147483663"/>
            <ac:spMk id="8" creationId="{9EBD054F-4D2B-C683-DC2F-88927DD0A10B}"/>
          </ac:spMkLst>
        </pc:spChg>
        <pc:spChg chg="mod">
          <ac:chgData name="Dr. Kesava Pillai" userId="f8a76550-033e-4967-ba67-525990afc495" providerId="ADAL" clId="{F27F49CF-E0CA-4974-819C-251972E60CAE}" dt="2024-09-30T09:34:48.344" v="0"/>
          <ac:spMkLst>
            <pc:docMk/>
            <pc:sldMasterMk cId="2732913780" sldId="2147483663"/>
            <ac:spMk id="1028" creationId="{B623752B-4505-458A-8F13-B97CEB0BB875}"/>
          </ac:spMkLst>
        </pc:spChg>
        <pc:spChg chg="mod">
          <ac:chgData name="Dr. Kesava Pillai" userId="f8a76550-033e-4967-ba67-525990afc495" providerId="ADAL" clId="{F27F49CF-E0CA-4974-819C-251972E60CAE}" dt="2024-09-30T09:34:48.344" v="0"/>
          <ac:spMkLst>
            <pc:docMk/>
            <pc:sldMasterMk cId="2732913780" sldId="2147483663"/>
            <ac:spMk id="1029" creationId="{4D7F5865-615B-424A-A375-A8F1EEAE744B}"/>
          </ac:spMkLst>
        </pc:spChg>
        <pc:picChg chg="mod">
          <ac:chgData name="Dr. Kesava Pillai" userId="f8a76550-033e-4967-ba67-525990afc495" providerId="ADAL" clId="{F27F49CF-E0CA-4974-819C-251972E60CAE}" dt="2024-09-30T09:34:48.344" v="0"/>
          <ac:picMkLst>
            <pc:docMk/>
            <pc:sldMasterMk cId="2732913780" sldId="2147483663"/>
            <ac:picMk id="5" creationId="{12374E43-8A4B-156A-7AD5-A772E9DCF2A1}"/>
          </ac:picMkLst>
        </pc:picChg>
        <pc:picChg chg="mod">
          <ac:chgData name="Dr. Kesava Pillai" userId="f8a76550-033e-4967-ba67-525990afc495" providerId="ADAL" clId="{F27F49CF-E0CA-4974-819C-251972E60CAE}" dt="2024-09-30T09:34:48.344" v="0"/>
          <ac:picMkLst>
            <pc:docMk/>
            <pc:sldMasterMk cId="2732913780" sldId="2147483663"/>
            <ac:picMk id="7" creationId="{ECC693F6-F024-A3A9-24FB-E8ED5704B67C}"/>
          </ac:picMkLst>
        </pc:picChg>
        <pc:sldLayoutChg chg="modSp">
          <pc:chgData name="Dr. Kesava Pillai" userId="f8a76550-033e-4967-ba67-525990afc495" providerId="ADAL" clId="{F27F49CF-E0CA-4974-819C-251972E60CAE}" dt="2024-09-30T09:34:48.344" v="0"/>
          <pc:sldLayoutMkLst>
            <pc:docMk/>
            <pc:sldMasterMk cId="2732913780" sldId="2147483663"/>
            <pc:sldLayoutMk cId="3284310366" sldId="2147483664"/>
          </pc:sldLayoutMkLst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3284310366" sldId="2147483664"/>
              <ac:spMk id="87042" creationId="{00000000-0000-0000-0000-000000000000}"/>
            </ac:spMkLst>
          </pc:spChg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3284310366" sldId="2147483664"/>
              <ac:spMk id="87043" creationId="{00000000-0000-0000-0000-000000000000}"/>
            </ac:spMkLst>
          </pc:spChg>
          <pc:picChg chg="mod">
            <ac:chgData name="Dr. Kesava Pillai" userId="f8a76550-033e-4967-ba67-525990afc495" providerId="ADAL" clId="{F27F49CF-E0CA-4974-819C-251972E60CAE}" dt="2024-09-30T09:34:48.344" v="0"/>
            <ac:picMkLst>
              <pc:docMk/>
              <pc:sldMasterMk cId="2732913780" sldId="2147483663"/>
              <pc:sldLayoutMk cId="3284310366" sldId="2147483664"/>
              <ac:picMk id="2" creationId="{A6E87F31-FA75-006F-00CD-B701AA25BEB8}"/>
            </ac:picMkLst>
          </pc:picChg>
          <pc:picChg chg="mod">
            <ac:chgData name="Dr. Kesava Pillai" userId="f8a76550-033e-4967-ba67-525990afc495" providerId="ADAL" clId="{F27F49CF-E0CA-4974-819C-251972E60CAE}" dt="2024-09-30T09:34:48.344" v="0"/>
            <ac:picMkLst>
              <pc:docMk/>
              <pc:sldMasterMk cId="2732913780" sldId="2147483663"/>
              <pc:sldLayoutMk cId="3284310366" sldId="2147483664"/>
              <ac:picMk id="7" creationId="{A01C7C8E-F6F3-0FA5-D100-E4D22106013A}"/>
            </ac:picMkLst>
          </pc:picChg>
        </pc:sldLayoutChg>
        <pc:sldLayoutChg chg="modSp">
          <pc:chgData name="Dr. Kesava Pillai" userId="f8a76550-033e-4967-ba67-525990afc495" providerId="ADAL" clId="{F27F49CF-E0CA-4974-819C-251972E60CAE}" dt="2024-09-30T09:34:48.344" v="0"/>
          <pc:sldLayoutMkLst>
            <pc:docMk/>
            <pc:sldMasterMk cId="2732913780" sldId="2147483663"/>
            <pc:sldLayoutMk cId="2937057167" sldId="2147483665"/>
          </pc:sldLayoutMkLst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2937057167" sldId="2147483665"/>
              <ac:spMk id="2" creationId="{00000000-0000-0000-0000-000000000000}"/>
            </ac:spMkLst>
          </pc:spChg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2937057167" sldId="2147483665"/>
              <ac:spMk id="3" creationId="{00000000-0000-0000-0000-000000000000}"/>
            </ac:spMkLst>
          </pc:spChg>
          <pc:picChg chg="mod">
            <ac:chgData name="Dr. Kesava Pillai" userId="f8a76550-033e-4967-ba67-525990afc495" providerId="ADAL" clId="{F27F49CF-E0CA-4974-819C-251972E60CAE}" dt="2024-09-30T09:34:48.344" v="0"/>
            <ac:picMkLst>
              <pc:docMk/>
              <pc:sldMasterMk cId="2732913780" sldId="2147483663"/>
              <pc:sldLayoutMk cId="2937057167" sldId="2147483665"/>
              <ac:picMk id="6" creationId="{05900D48-6E21-4217-3CC3-BFF1E0D91861}"/>
            </ac:picMkLst>
          </pc:picChg>
          <pc:picChg chg="mod">
            <ac:chgData name="Dr. Kesava Pillai" userId="f8a76550-033e-4967-ba67-525990afc495" providerId="ADAL" clId="{F27F49CF-E0CA-4974-819C-251972E60CAE}" dt="2024-09-30T09:34:48.344" v="0"/>
            <ac:picMkLst>
              <pc:docMk/>
              <pc:sldMasterMk cId="2732913780" sldId="2147483663"/>
              <pc:sldLayoutMk cId="2937057167" sldId="2147483665"/>
              <ac:picMk id="9" creationId="{3079C5E1-25DB-A4A6-EC23-BE511C960471}"/>
            </ac:picMkLst>
          </pc:picChg>
        </pc:sldLayoutChg>
        <pc:sldLayoutChg chg="modSp">
          <pc:chgData name="Dr. Kesava Pillai" userId="f8a76550-033e-4967-ba67-525990afc495" providerId="ADAL" clId="{F27F49CF-E0CA-4974-819C-251972E60CAE}" dt="2024-09-30T09:34:48.344" v="0"/>
          <pc:sldLayoutMkLst>
            <pc:docMk/>
            <pc:sldMasterMk cId="2732913780" sldId="2147483663"/>
            <pc:sldLayoutMk cId="2235439766" sldId="2147483666"/>
          </pc:sldLayoutMkLst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2235439766" sldId="2147483666"/>
              <ac:spMk id="2" creationId="{00000000-0000-0000-0000-000000000000}"/>
            </ac:spMkLst>
          </pc:spChg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2235439766" sldId="2147483666"/>
              <ac:spMk id="3" creationId="{00000000-0000-0000-0000-000000000000}"/>
            </ac:spMkLst>
          </pc:spChg>
          <pc:picChg chg="mod">
            <ac:chgData name="Dr. Kesava Pillai" userId="f8a76550-033e-4967-ba67-525990afc495" providerId="ADAL" clId="{F27F49CF-E0CA-4974-819C-251972E60CAE}" dt="2024-09-30T09:34:48.344" v="0"/>
            <ac:picMkLst>
              <pc:docMk/>
              <pc:sldMasterMk cId="2732913780" sldId="2147483663"/>
              <pc:sldLayoutMk cId="2235439766" sldId="2147483666"/>
              <ac:picMk id="4" creationId="{E2BECE40-B9F8-5238-73EB-2221EFFF7056}"/>
            </ac:picMkLst>
          </pc:picChg>
          <pc:picChg chg="mod">
            <ac:chgData name="Dr. Kesava Pillai" userId="f8a76550-033e-4967-ba67-525990afc495" providerId="ADAL" clId="{F27F49CF-E0CA-4974-819C-251972E60CAE}" dt="2024-09-30T09:34:48.344" v="0"/>
            <ac:picMkLst>
              <pc:docMk/>
              <pc:sldMasterMk cId="2732913780" sldId="2147483663"/>
              <pc:sldLayoutMk cId="2235439766" sldId="2147483666"/>
              <ac:picMk id="9" creationId="{3079C5E1-25DB-A4A6-EC23-BE511C960471}"/>
            </ac:picMkLst>
          </pc:picChg>
        </pc:sldLayoutChg>
        <pc:sldLayoutChg chg="delSp modSp mod">
          <pc:chgData name="Dr. Kesava Pillai" userId="f8a76550-033e-4967-ba67-525990afc495" providerId="ADAL" clId="{F27F49CF-E0CA-4974-819C-251972E60CAE}" dt="2024-09-30T09:36:02.015" v="2" actId="478"/>
          <pc:sldLayoutMkLst>
            <pc:docMk/>
            <pc:sldMasterMk cId="2732913780" sldId="2147483663"/>
            <pc:sldLayoutMk cId="1032937308" sldId="2147483667"/>
          </pc:sldLayoutMkLst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1032937308" sldId="2147483667"/>
              <ac:spMk id="2" creationId="{00000000-0000-0000-0000-000000000000}"/>
            </ac:spMkLst>
          </pc:spChg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1032937308" sldId="2147483667"/>
              <ac:spMk id="3" creationId="{00000000-0000-0000-0000-000000000000}"/>
            </ac:spMkLst>
          </pc:spChg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1032937308" sldId="2147483667"/>
              <ac:spMk id="6" creationId="{08C35BC7-E310-108C-B8C4-672091E1D31D}"/>
            </ac:spMkLst>
          </pc:spChg>
          <pc:picChg chg="del mod">
            <ac:chgData name="Dr. Kesava Pillai" userId="f8a76550-033e-4967-ba67-525990afc495" providerId="ADAL" clId="{F27F49CF-E0CA-4974-819C-251972E60CAE}" dt="2024-09-30T09:36:02.015" v="2" actId="478"/>
            <ac:picMkLst>
              <pc:docMk/>
              <pc:sldMasterMk cId="2732913780" sldId="2147483663"/>
              <pc:sldLayoutMk cId="1032937308" sldId="2147483667"/>
              <ac:picMk id="9" creationId="{3079C5E1-25DB-A4A6-EC23-BE511C960471}"/>
            </ac:picMkLst>
          </pc:picChg>
        </pc:sldLayoutChg>
        <pc:sldLayoutChg chg="delSp modSp mod">
          <pc:chgData name="Dr. Kesava Pillai" userId="f8a76550-033e-4967-ba67-525990afc495" providerId="ADAL" clId="{F27F49CF-E0CA-4974-819C-251972E60CAE}" dt="2024-09-30T09:36:08.664" v="4" actId="478"/>
          <pc:sldLayoutMkLst>
            <pc:docMk/>
            <pc:sldMasterMk cId="2732913780" sldId="2147483663"/>
            <pc:sldLayoutMk cId="3444445163" sldId="2147483668"/>
          </pc:sldLayoutMkLst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3444445163" sldId="2147483668"/>
              <ac:spMk id="2" creationId="{00000000-0000-0000-0000-000000000000}"/>
            </ac:spMkLst>
          </pc:spChg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3444445163" sldId="2147483668"/>
              <ac:spMk id="3" creationId="{00000000-0000-0000-0000-000000000000}"/>
            </ac:spMkLst>
          </pc:spChg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3444445163" sldId="2147483668"/>
              <ac:spMk id="4" creationId="{782A26D2-4216-FF76-6392-C88F8808F07F}"/>
            </ac:spMkLst>
          </pc:spChg>
          <pc:picChg chg="del mod">
            <ac:chgData name="Dr. Kesava Pillai" userId="f8a76550-033e-4967-ba67-525990afc495" providerId="ADAL" clId="{F27F49CF-E0CA-4974-819C-251972E60CAE}" dt="2024-09-30T09:36:08.664" v="4" actId="478"/>
            <ac:picMkLst>
              <pc:docMk/>
              <pc:sldMasterMk cId="2732913780" sldId="2147483663"/>
              <pc:sldLayoutMk cId="3444445163" sldId="2147483668"/>
              <ac:picMk id="9" creationId="{3079C5E1-25DB-A4A6-EC23-BE511C960471}"/>
            </ac:picMkLst>
          </pc:picChg>
        </pc:sldLayoutChg>
        <pc:sldLayoutChg chg="delSp modSp mod">
          <pc:chgData name="Dr. Kesava Pillai" userId="f8a76550-033e-4967-ba67-525990afc495" providerId="ADAL" clId="{F27F49CF-E0CA-4974-819C-251972E60CAE}" dt="2024-09-30T09:36:12.541" v="5" actId="478"/>
          <pc:sldLayoutMkLst>
            <pc:docMk/>
            <pc:sldMasterMk cId="2732913780" sldId="2147483663"/>
            <pc:sldLayoutMk cId="1748158462" sldId="2147483669"/>
          </pc:sldLayoutMkLst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1748158462" sldId="2147483669"/>
              <ac:spMk id="2" creationId="{00000000-0000-0000-0000-000000000000}"/>
            </ac:spMkLst>
          </pc:spChg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1748158462" sldId="2147483669"/>
              <ac:spMk id="3" creationId="{00000000-0000-0000-0000-000000000000}"/>
            </ac:spMkLst>
          </pc:spChg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1748158462" sldId="2147483669"/>
              <ac:spMk id="4" creationId="{310B0135-B9A4-80F3-C5A0-025E6765426D}"/>
            </ac:spMkLst>
          </pc:spChg>
          <pc:picChg chg="del mod">
            <ac:chgData name="Dr. Kesava Pillai" userId="f8a76550-033e-4967-ba67-525990afc495" providerId="ADAL" clId="{F27F49CF-E0CA-4974-819C-251972E60CAE}" dt="2024-09-30T09:36:12.541" v="5" actId="478"/>
            <ac:picMkLst>
              <pc:docMk/>
              <pc:sldMasterMk cId="2732913780" sldId="2147483663"/>
              <pc:sldLayoutMk cId="1748158462" sldId="2147483669"/>
              <ac:picMk id="9" creationId="{3079C5E1-25DB-A4A6-EC23-BE511C960471}"/>
            </ac:picMkLst>
          </pc:picChg>
        </pc:sldLayoutChg>
        <pc:sldLayoutChg chg="delSp modSp mod">
          <pc:chgData name="Dr. Kesava Pillai" userId="f8a76550-033e-4967-ba67-525990afc495" providerId="ADAL" clId="{F27F49CF-E0CA-4974-819C-251972E60CAE}" dt="2024-09-30T09:36:14.524" v="6" actId="478"/>
          <pc:sldLayoutMkLst>
            <pc:docMk/>
            <pc:sldMasterMk cId="2732913780" sldId="2147483663"/>
            <pc:sldLayoutMk cId="1342143030" sldId="2147483670"/>
          </pc:sldLayoutMkLst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1342143030" sldId="2147483670"/>
              <ac:spMk id="4" creationId="{310B0135-B9A4-80F3-C5A0-025E6765426D}"/>
            </ac:spMkLst>
          </pc:spChg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1342143030" sldId="2147483670"/>
              <ac:spMk id="5" creationId="{2CF2E1CC-7F1D-6CF8-6A38-2EE36FC97117}"/>
            </ac:spMkLst>
          </pc:spChg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1342143030" sldId="2147483670"/>
              <ac:spMk id="6" creationId="{7C71BCF8-2B27-BEA0-B962-D2EE1DB6519F}"/>
            </ac:spMkLst>
          </pc:spChg>
          <pc:picChg chg="del mod">
            <ac:chgData name="Dr. Kesava Pillai" userId="f8a76550-033e-4967-ba67-525990afc495" providerId="ADAL" clId="{F27F49CF-E0CA-4974-819C-251972E60CAE}" dt="2024-09-30T09:36:14.524" v="6" actId="478"/>
            <ac:picMkLst>
              <pc:docMk/>
              <pc:sldMasterMk cId="2732913780" sldId="2147483663"/>
              <pc:sldLayoutMk cId="1342143030" sldId="2147483670"/>
              <ac:picMk id="7" creationId="{FCDEFE03-E507-9264-8C2B-2E78DD2EA1A7}"/>
            </ac:picMkLst>
          </pc:picChg>
        </pc:sldLayoutChg>
        <pc:sldLayoutChg chg="delSp modSp">
          <pc:chgData name="Dr. Kesava Pillai" userId="f8a76550-033e-4967-ba67-525990afc495" providerId="ADAL" clId="{F27F49CF-E0CA-4974-819C-251972E60CAE}" dt="2024-09-30T09:36:16.267" v="7" actId="478"/>
          <pc:sldLayoutMkLst>
            <pc:docMk/>
            <pc:sldMasterMk cId="2732913780" sldId="2147483663"/>
            <pc:sldLayoutMk cId="133269558" sldId="2147483671"/>
          </pc:sldLayoutMkLst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133269558" sldId="2147483671"/>
              <ac:spMk id="4" creationId="{98F54A5F-F810-96A4-5910-A7F80EDAE683}"/>
            </ac:spMkLst>
          </pc:spChg>
          <pc:picChg chg="del mod">
            <ac:chgData name="Dr. Kesava Pillai" userId="f8a76550-033e-4967-ba67-525990afc495" providerId="ADAL" clId="{F27F49CF-E0CA-4974-819C-251972E60CAE}" dt="2024-09-30T09:36:16.267" v="7" actId="478"/>
            <ac:picMkLst>
              <pc:docMk/>
              <pc:sldMasterMk cId="2732913780" sldId="2147483663"/>
              <pc:sldLayoutMk cId="133269558" sldId="2147483671"/>
              <ac:picMk id="2" creationId="{383451EB-63F4-DFF6-8522-1522FB643F03}"/>
            </ac:picMkLst>
          </pc:picChg>
        </pc:sldLayoutChg>
        <pc:sldLayoutChg chg="delSp modSp mod">
          <pc:chgData name="Dr. Kesava Pillai" userId="f8a76550-033e-4967-ba67-525990afc495" providerId="ADAL" clId="{F27F49CF-E0CA-4974-819C-251972E60CAE}" dt="2024-09-30T09:36:17.902" v="8" actId="478"/>
          <pc:sldLayoutMkLst>
            <pc:docMk/>
            <pc:sldMasterMk cId="2732913780" sldId="2147483663"/>
            <pc:sldLayoutMk cId="1583259772" sldId="2147483672"/>
          </pc:sldLayoutMkLst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1583259772" sldId="2147483672"/>
              <ac:spMk id="4" creationId="{98F54A5F-F810-96A4-5910-A7F80EDAE683}"/>
            </ac:spMkLst>
          </pc:spChg>
          <pc:picChg chg="del mod">
            <ac:chgData name="Dr. Kesava Pillai" userId="f8a76550-033e-4967-ba67-525990afc495" providerId="ADAL" clId="{F27F49CF-E0CA-4974-819C-251972E60CAE}" dt="2024-09-30T09:36:17.902" v="8" actId="478"/>
            <ac:picMkLst>
              <pc:docMk/>
              <pc:sldMasterMk cId="2732913780" sldId="2147483663"/>
              <pc:sldLayoutMk cId="1583259772" sldId="2147483672"/>
              <ac:picMk id="5" creationId="{8F68BB6B-7571-DB8A-80FB-F7C3AD261062}"/>
            </ac:picMkLst>
          </pc:picChg>
        </pc:sldLayoutChg>
        <pc:sldLayoutChg chg="delSp modSp">
          <pc:chgData name="Dr. Kesava Pillai" userId="f8a76550-033e-4967-ba67-525990afc495" providerId="ADAL" clId="{F27F49CF-E0CA-4974-819C-251972E60CAE}" dt="2024-09-30T09:36:19.739" v="9" actId="478"/>
          <pc:sldLayoutMkLst>
            <pc:docMk/>
            <pc:sldMasterMk cId="2732913780" sldId="2147483663"/>
            <pc:sldLayoutMk cId="2594426804" sldId="2147483673"/>
          </pc:sldLayoutMkLst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2594426804" sldId="2147483673"/>
              <ac:spMk id="6" creationId="{BBB11AA0-4CFB-DDD2-980D-D195C9DD8A43}"/>
            </ac:spMkLst>
          </pc:spChg>
          <pc:picChg chg="del mod">
            <ac:chgData name="Dr. Kesava Pillai" userId="f8a76550-033e-4967-ba67-525990afc495" providerId="ADAL" clId="{F27F49CF-E0CA-4974-819C-251972E60CAE}" dt="2024-09-30T09:36:19.739" v="9" actId="478"/>
            <ac:picMkLst>
              <pc:docMk/>
              <pc:sldMasterMk cId="2732913780" sldId="2147483663"/>
              <pc:sldLayoutMk cId="2594426804" sldId="2147483673"/>
              <ac:picMk id="3" creationId="{D43B7469-696D-D5B3-7497-03AB7CFB3F90}"/>
            </ac:picMkLst>
          </pc:picChg>
        </pc:sldLayoutChg>
        <pc:sldLayoutChg chg="delSp modSp mod">
          <pc:chgData name="Dr. Kesava Pillai" userId="f8a76550-033e-4967-ba67-525990afc495" providerId="ADAL" clId="{F27F49CF-E0CA-4974-819C-251972E60CAE}" dt="2024-09-30T09:36:21.695" v="10" actId="478"/>
          <pc:sldLayoutMkLst>
            <pc:docMk/>
            <pc:sldMasterMk cId="2732913780" sldId="2147483663"/>
            <pc:sldLayoutMk cId="3927142286" sldId="2147483674"/>
          </pc:sldLayoutMkLst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3927142286" sldId="2147483674"/>
              <ac:spMk id="6" creationId="{BBB11AA0-4CFB-DDD2-980D-D195C9DD8A43}"/>
            </ac:spMkLst>
          </pc:spChg>
          <pc:picChg chg="del mod">
            <ac:chgData name="Dr. Kesava Pillai" userId="f8a76550-033e-4967-ba67-525990afc495" providerId="ADAL" clId="{F27F49CF-E0CA-4974-819C-251972E60CAE}" dt="2024-09-30T09:36:21.695" v="10" actId="478"/>
            <ac:picMkLst>
              <pc:docMk/>
              <pc:sldMasterMk cId="2732913780" sldId="2147483663"/>
              <pc:sldLayoutMk cId="3927142286" sldId="2147483674"/>
              <ac:picMk id="2" creationId="{163C07D3-0112-1601-B752-FDBF091DDEC1}"/>
            </ac:picMkLst>
          </pc:picChg>
        </pc:sldLayoutChg>
        <pc:sldLayoutChg chg="delSp modSp">
          <pc:chgData name="Dr. Kesava Pillai" userId="f8a76550-033e-4967-ba67-525990afc495" providerId="ADAL" clId="{F27F49CF-E0CA-4974-819C-251972E60CAE}" dt="2024-09-30T09:36:23.230" v="11" actId="478"/>
          <pc:sldLayoutMkLst>
            <pc:docMk/>
            <pc:sldMasterMk cId="2732913780" sldId="2147483663"/>
            <pc:sldLayoutMk cId="1250594579" sldId="2147483675"/>
          </pc:sldLayoutMkLst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1250594579" sldId="2147483675"/>
              <ac:spMk id="3" creationId="{00000000-0000-0000-0000-000000000000}"/>
            </ac:spMkLst>
          </pc:spChg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1250594579" sldId="2147483675"/>
              <ac:spMk id="4" creationId="{00000000-0000-0000-0000-000000000000}"/>
            </ac:spMkLst>
          </pc:spChg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1250594579" sldId="2147483675"/>
              <ac:spMk id="9" creationId="{4980A499-972D-DEC1-0CDD-C8C7AF006334}"/>
            </ac:spMkLst>
          </pc:spChg>
          <pc:picChg chg="del mod">
            <ac:chgData name="Dr. Kesava Pillai" userId="f8a76550-033e-4967-ba67-525990afc495" providerId="ADAL" clId="{F27F49CF-E0CA-4974-819C-251972E60CAE}" dt="2024-09-30T09:36:23.230" v="11" actId="478"/>
            <ac:picMkLst>
              <pc:docMk/>
              <pc:sldMasterMk cId="2732913780" sldId="2147483663"/>
              <pc:sldLayoutMk cId="1250594579" sldId="2147483675"/>
              <ac:picMk id="6" creationId="{0802BECB-EBD7-EAF2-F449-AA70E280397A}"/>
            </ac:picMkLst>
          </pc:picChg>
        </pc:sldLayoutChg>
        <pc:sldLayoutChg chg="delSp modSp mod">
          <pc:chgData name="Dr. Kesava Pillai" userId="f8a76550-033e-4967-ba67-525990afc495" providerId="ADAL" clId="{F27F49CF-E0CA-4974-819C-251972E60CAE}" dt="2024-09-30T09:36:25.220" v="12" actId="478"/>
          <pc:sldLayoutMkLst>
            <pc:docMk/>
            <pc:sldMasterMk cId="2732913780" sldId="2147483663"/>
            <pc:sldLayoutMk cId="3367808302" sldId="2147483676"/>
          </pc:sldLayoutMkLst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3367808302" sldId="2147483676"/>
              <ac:spMk id="3" creationId="{00000000-0000-0000-0000-000000000000}"/>
            </ac:spMkLst>
          </pc:spChg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3367808302" sldId="2147483676"/>
              <ac:spMk id="4" creationId="{00000000-0000-0000-0000-000000000000}"/>
            </ac:spMkLst>
          </pc:spChg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3367808302" sldId="2147483676"/>
              <ac:spMk id="9" creationId="{4980A499-972D-DEC1-0CDD-C8C7AF006334}"/>
            </ac:spMkLst>
          </pc:spChg>
          <pc:picChg chg="del mod">
            <ac:chgData name="Dr. Kesava Pillai" userId="f8a76550-033e-4967-ba67-525990afc495" providerId="ADAL" clId="{F27F49CF-E0CA-4974-819C-251972E60CAE}" dt="2024-09-30T09:36:25.220" v="12" actId="478"/>
            <ac:picMkLst>
              <pc:docMk/>
              <pc:sldMasterMk cId="2732913780" sldId="2147483663"/>
              <pc:sldLayoutMk cId="3367808302" sldId="2147483676"/>
              <ac:picMk id="2" creationId="{9CBCAFAD-0874-A920-E7D5-68A99F509024}"/>
            </ac:picMkLst>
          </pc:picChg>
        </pc:sldLayoutChg>
        <pc:sldLayoutChg chg="delSp modSp">
          <pc:chgData name="Dr. Kesava Pillai" userId="f8a76550-033e-4967-ba67-525990afc495" providerId="ADAL" clId="{F27F49CF-E0CA-4974-819C-251972E60CAE}" dt="2024-09-30T09:36:27.380" v="13" actId="478"/>
          <pc:sldLayoutMkLst>
            <pc:docMk/>
            <pc:sldMasterMk cId="2732913780" sldId="2147483663"/>
            <pc:sldLayoutMk cId="3180958560" sldId="2147483677"/>
          </pc:sldLayoutMkLst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3180958560" sldId="2147483677"/>
              <ac:spMk id="3" creationId="{00000000-0000-0000-0000-000000000000}"/>
            </ac:spMkLst>
          </pc:spChg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3180958560" sldId="2147483677"/>
              <ac:spMk id="4" creationId="{00000000-0000-0000-0000-000000000000}"/>
            </ac:spMkLst>
          </pc:spChg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3180958560" sldId="2147483677"/>
              <ac:spMk id="5" creationId="{00000000-0000-0000-0000-000000000000}"/>
            </ac:spMkLst>
          </pc:spChg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3180958560" sldId="2147483677"/>
              <ac:spMk id="6" creationId="{00000000-0000-0000-0000-000000000000}"/>
            </ac:spMkLst>
          </pc:spChg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3180958560" sldId="2147483677"/>
              <ac:spMk id="8" creationId="{212DAC53-88F1-5536-6538-48E550FD8C78}"/>
            </ac:spMkLst>
          </pc:spChg>
          <pc:picChg chg="del mod">
            <ac:chgData name="Dr. Kesava Pillai" userId="f8a76550-033e-4967-ba67-525990afc495" providerId="ADAL" clId="{F27F49CF-E0CA-4974-819C-251972E60CAE}" dt="2024-09-30T09:36:27.380" v="13" actId="478"/>
            <ac:picMkLst>
              <pc:docMk/>
              <pc:sldMasterMk cId="2732913780" sldId="2147483663"/>
              <pc:sldLayoutMk cId="3180958560" sldId="2147483677"/>
              <ac:picMk id="2" creationId="{59460E12-C28F-6F47-C8AD-1B01DC7DB164}"/>
            </ac:picMkLst>
          </pc:picChg>
        </pc:sldLayoutChg>
        <pc:sldLayoutChg chg="delSp modSp mod">
          <pc:chgData name="Dr. Kesava Pillai" userId="f8a76550-033e-4967-ba67-525990afc495" providerId="ADAL" clId="{F27F49CF-E0CA-4974-819C-251972E60CAE}" dt="2024-09-30T09:36:32.255" v="14" actId="478"/>
          <pc:sldLayoutMkLst>
            <pc:docMk/>
            <pc:sldMasterMk cId="2732913780" sldId="2147483663"/>
            <pc:sldLayoutMk cId="3880737116" sldId="2147483678"/>
          </pc:sldLayoutMkLst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3880737116" sldId="2147483678"/>
              <ac:spMk id="3" creationId="{00000000-0000-0000-0000-000000000000}"/>
            </ac:spMkLst>
          </pc:spChg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3880737116" sldId="2147483678"/>
              <ac:spMk id="4" creationId="{00000000-0000-0000-0000-000000000000}"/>
            </ac:spMkLst>
          </pc:spChg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3880737116" sldId="2147483678"/>
              <ac:spMk id="5" creationId="{00000000-0000-0000-0000-000000000000}"/>
            </ac:spMkLst>
          </pc:spChg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3880737116" sldId="2147483678"/>
              <ac:spMk id="6" creationId="{00000000-0000-0000-0000-000000000000}"/>
            </ac:spMkLst>
          </pc:spChg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3880737116" sldId="2147483678"/>
              <ac:spMk id="8" creationId="{212DAC53-88F1-5536-6538-48E550FD8C78}"/>
            </ac:spMkLst>
          </pc:spChg>
          <pc:picChg chg="del mod">
            <ac:chgData name="Dr. Kesava Pillai" userId="f8a76550-033e-4967-ba67-525990afc495" providerId="ADAL" clId="{F27F49CF-E0CA-4974-819C-251972E60CAE}" dt="2024-09-30T09:36:32.255" v="14" actId="478"/>
            <ac:picMkLst>
              <pc:docMk/>
              <pc:sldMasterMk cId="2732913780" sldId="2147483663"/>
              <pc:sldLayoutMk cId="3880737116" sldId="2147483678"/>
              <ac:picMk id="2" creationId="{C7C10021-D30B-49A3-9775-E4B01805881C}"/>
            </ac:picMkLst>
          </pc:picChg>
        </pc:sldLayoutChg>
        <pc:sldLayoutChg chg="delSp modSp">
          <pc:chgData name="Dr. Kesava Pillai" userId="f8a76550-033e-4967-ba67-525990afc495" providerId="ADAL" clId="{F27F49CF-E0CA-4974-819C-251972E60CAE}" dt="2024-09-30T09:36:35.964" v="16" actId="478"/>
          <pc:sldLayoutMkLst>
            <pc:docMk/>
            <pc:sldMasterMk cId="2732913780" sldId="2147483663"/>
            <pc:sldLayoutMk cId="1199540321" sldId="2147483681"/>
          </pc:sldLayoutMkLst>
          <pc:picChg chg="del mod">
            <ac:chgData name="Dr. Kesava Pillai" userId="f8a76550-033e-4967-ba67-525990afc495" providerId="ADAL" clId="{F27F49CF-E0CA-4974-819C-251972E60CAE}" dt="2024-09-30T09:36:35.964" v="16" actId="478"/>
            <ac:picMkLst>
              <pc:docMk/>
              <pc:sldMasterMk cId="2732913780" sldId="2147483663"/>
              <pc:sldLayoutMk cId="1199540321" sldId="2147483681"/>
              <ac:picMk id="2" creationId="{131C5456-E521-C7D4-FB88-68A63787FD4F}"/>
            </ac:picMkLst>
          </pc:picChg>
        </pc:sldLayoutChg>
        <pc:sldLayoutChg chg="delSp modSp mod">
          <pc:chgData name="Dr. Kesava Pillai" userId="f8a76550-033e-4967-ba67-525990afc495" providerId="ADAL" clId="{F27F49CF-E0CA-4974-819C-251972E60CAE}" dt="2024-09-30T09:36:37.521" v="17" actId="478"/>
          <pc:sldLayoutMkLst>
            <pc:docMk/>
            <pc:sldMasterMk cId="2732913780" sldId="2147483663"/>
            <pc:sldLayoutMk cId="4111874698" sldId="2147483682"/>
          </pc:sldLayoutMkLst>
          <pc:picChg chg="del mod">
            <ac:chgData name="Dr. Kesava Pillai" userId="f8a76550-033e-4967-ba67-525990afc495" providerId="ADAL" clId="{F27F49CF-E0CA-4974-819C-251972E60CAE}" dt="2024-09-30T09:36:37.521" v="17" actId="478"/>
            <ac:picMkLst>
              <pc:docMk/>
              <pc:sldMasterMk cId="2732913780" sldId="2147483663"/>
              <pc:sldLayoutMk cId="4111874698" sldId="2147483682"/>
              <ac:picMk id="3" creationId="{04DC0352-F5ED-1918-1F8A-8B80BB6E8C9C}"/>
            </ac:picMkLst>
          </pc:picChg>
        </pc:sldLayoutChg>
        <pc:sldLayoutChg chg="modSp">
          <pc:chgData name="Dr. Kesava Pillai" userId="f8a76550-033e-4967-ba67-525990afc495" providerId="ADAL" clId="{F27F49CF-E0CA-4974-819C-251972E60CAE}" dt="2024-09-30T09:34:48.344" v="0"/>
          <pc:sldLayoutMkLst>
            <pc:docMk/>
            <pc:sldMasterMk cId="2732913780" sldId="2147483663"/>
            <pc:sldLayoutMk cId="1337099223" sldId="2147483683"/>
          </pc:sldLayoutMkLst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1337099223" sldId="2147483683"/>
              <ac:spMk id="3" creationId="{00000000-0000-0000-0000-000000000000}"/>
            </ac:spMkLst>
          </pc:spChg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1337099223" sldId="2147483683"/>
              <ac:spMk id="4" creationId="{00000000-0000-0000-0000-000000000000}"/>
            </ac:spMkLst>
          </pc:spChg>
          <pc:picChg chg="mod">
            <ac:chgData name="Dr. Kesava Pillai" userId="f8a76550-033e-4967-ba67-525990afc495" providerId="ADAL" clId="{F27F49CF-E0CA-4974-819C-251972E60CAE}" dt="2024-09-30T09:34:48.344" v="0"/>
            <ac:picMkLst>
              <pc:docMk/>
              <pc:sldMasterMk cId="2732913780" sldId="2147483663"/>
              <pc:sldLayoutMk cId="1337099223" sldId="2147483683"/>
              <ac:picMk id="2" creationId="{AA1C13FB-D1A7-194E-A332-391C492A0CF5}"/>
            </ac:picMkLst>
          </pc:picChg>
        </pc:sldLayoutChg>
        <pc:sldLayoutChg chg="modSp">
          <pc:chgData name="Dr. Kesava Pillai" userId="f8a76550-033e-4967-ba67-525990afc495" providerId="ADAL" clId="{F27F49CF-E0CA-4974-819C-251972E60CAE}" dt="2024-09-30T09:34:48.344" v="0"/>
          <pc:sldLayoutMkLst>
            <pc:docMk/>
            <pc:sldMasterMk cId="2732913780" sldId="2147483663"/>
            <pc:sldLayoutMk cId="2585188048" sldId="2147483684"/>
          </pc:sldLayoutMkLst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2585188048" sldId="2147483684"/>
              <ac:spMk id="3" creationId="{00000000-0000-0000-0000-000000000000}"/>
            </ac:spMkLst>
          </pc:spChg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2585188048" sldId="2147483684"/>
              <ac:spMk id="4" creationId="{00000000-0000-0000-0000-000000000000}"/>
            </ac:spMkLst>
          </pc:spChg>
          <pc:picChg chg="mod">
            <ac:chgData name="Dr. Kesava Pillai" userId="f8a76550-033e-4967-ba67-525990afc495" providerId="ADAL" clId="{F27F49CF-E0CA-4974-819C-251972E60CAE}" dt="2024-09-30T09:34:48.344" v="0"/>
            <ac:picMkLst>
              <pc:docMk/>
              <pc:sldMasterMk cId="2732913780" sldId="2147483663"/>
              <pc:sldLayoutMk cId="2585188048" sldId="2147483684"/>
              <ac:picMk id="2" creationId="{C3D40C30-8297-E054-688C-7A1636F331CC}"/>
            </ac:picMkLst>
          </pc:picChg>
        </pc:sldLayoutChg>
        <pc:sldLayoutChg chg="delSp modSp">
          <pc:chgData name="Dr. Kesava Pillai" userId="f8a76550-033e-4967-ba67-525990afc495" providerId="ADAL" clId="{F27F49CF-E0CA-4974-819C-251972E60CAE}" dt="2024-09-30T09:36:47.805" v="18" actId="478"/>
          <pc:sldLayoutMkLst>
            <pc:docMk/>
            <pc:sldMasterMk cId="2732913780" sldId="2147483663"/>
            <pc:sldLayoutMk cId="1149078440" sldId="2147483685"/>
          </pc:sldLayoutMkLst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1149078440" sldId="2147483685"/>
              <ac:spMk id="2" creationId="{00000000-0000-0000-0000-000000000000}"/>
            </ac:spMkLst>
          </pc:spChg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1149078440" sldId="2147483685"/>
              <ac:spMk id="3" creationId="{00000000-0000-0000-0000-000000000000}"/>
            </ac:spMkLst>
          </pc:spChg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1149078440" sldId="2147483685"/>
              <ac:spMk id="4" creationId="{00000000-0000-0000-0000-000000000000}"/>
            </ac:spMkLst>
          </pc:spChg>
          <pc:picChg chg="del mod">
            <ac:chgData name="Dr. Kesava Pillai" userId="f8a76550-033e-4967-ba67-525990afc495" providerId="ADAL" clId="{F27F49CF-E0CA-4974-819C-251972E60CAE}" dt="2024-09-30T09:36:47.805" v="18" actId="478"/>
            <ac:picMkLst>
              <pc:docMk/>
              <pc:sldMasterMk cId="2732913780" sldId="2147483663"/>
              <pc:sldLayoutMk cId="1149078440" sldId="2147483685"/>
              <ac:picMk id="5" creationId="{53C3B966-D4E4-30D5-4A13-103486C2EBAD}"/>
            </ac:picMkLst>
          </pc:picChg>
        </pc:sldLayoutChg>
        <pc:sldLayoutChg chg="delSp modSp mod">
          <pc:chgData name="Dr. Kesava Pillai" userId="f8a76550-033e-4967-ba67-525990afc495" providerId="ADAL" clId="{F27F49CF-E0CA-4974-819C-251972E60CAE}" dt="2024-09-30T09:36:49.826" v="19" actId="478"/>
          <pc:sldLayoutMkLst>
            <pc:docMk/>
            <pc:sldMasterMk cId="2732913780" sldId="2147483663"/>
            <pc:sldLayoutMk cId="2987671229" sldId="2147483686"/>
          </pc:sldLayoutMkLst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2987671229" sldId="2147483686"/>
              <ac:spMk id="2" creationId="{00000000-0000-0000-0000-000000000000}"/>
            </ac:spMkLst>
          </pc:spChg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2987671229" sldId="2147483686"/>
              <ac:spMk id="3" creationId="{00000000-0000-0000-0000-000000000000}"/>
            </ac:spMkLst>
          </pc:spChg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2987671229" sldId="2147483686"/>
              <ac:spMk id="4" creationId="{00000000-0000-0000-0000-000000000000}"/>
            </ac:spMkLst>
          </pc:spChg>
          <pc:picChg chg="del mod">
            <ac:chgData name="Dr. Kesava Pillai" userId="f8a76550-033e-4967-ba67-525990afc495" providerId="ADAL" clId="{F27F49CF-E0CA-4974-819C-251972E60CAE}" dt="2024-09-30T09:36:49.826" v="19" actId="478"/>
            <ac:picMkLst>
              <pc:docMk/>
              <pc:sldMasterMk cId="2732913780" sldId="2147483663"/>
              <pc:sldLayoutMk cId="2987671229" sldId="2147483686"/>
              <ac:picMk id="5" creationId="{88157A30-7FA7-829E-6D9C-4DCC0CDCA7A3}"/>
            </ac:picMkLst>
          </pc:picChg>
        </pc:sldLayoutChg>
        <pc:sldLayoutChg chg="delSp modSp">
          <pc:chgData name="Dr. Kesava Pillai" userId="f8a76550-033e-4967-ba67-525990afc495" providerId="ADAL" clId="{F27F49CF-E0CA-4974-819C-251972E60CAE}" dt="2024-09-30T09:36:51.300" v="20" actId="478"/>
          <pc:sldLayoutMkLst>
            <pc:docMk/>
            <pc:sldMasterMk cId="2732913780" sldId="2147483663"/>
            <pc:sldLayoutMk cId="244478234" sldId="2147483687"/>
          </pc:sldLayoutMkLst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244478234" sldId="2147483687"/>
              <ac:spMk id="2" creationId="{84F7A2FB-3692-7374-ECE6-3DDD8A007D21}"/>
            </ac:spMkLst>
          </pc:spChg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244478234" sldId="2147483687"/>
              <ac:spMk id="5" creationId="{AED5BC53-2816-4210-4970-4FC239BFDB5F}"/>
            </ac:spMkLst>
          </pc:spChg>
          <pc:picChg chg="del mod">
            <ac:chgData name="Dr. Kesava Pillai" userId="f8a76550-033e-4967-ba67-525990afc495" providerId="ADAL" clId="{F27F49CF-E0CA-4974-819C-251972E60CAE}" dt="2024-09-30T09:36:51.300" v="20" actId="478"/>
            <ac:picMkLst>
              <pc:docMk/>
              <pc:sldMasterMk cId="2732913780" sldId="2147483663"/>
              <pc:sldLayoutMk cId="244478234" sldId="2147483687"/>
              <ac:picMk id="3" creationId="{82C331B9-CEE5-20AD-DD62-DCC7F9E24364}"/>
            </ac:picMkLst>
          </pc:picChg>
        </pc:sldLayoutChg>
        <pc:sldLayoutChg chg="delSp modSp mod">
          <pc:chgData name="Dr. Kesava Pillai" userId="f8a76550-033e-4967-ba67-525990afc495" providerId="ADAL" clId="{F27F49CF-E0CA-4974-819C-251972E60CAE}" dt="2024-09-30T09:36:53.390" v="21" actId="478"/>
          <pc:sldLayoutMkLst>
            <pc:docMk/>
            <pc:sldMasterMk cId="2732913780" sldId="2147483663"/>
            <pc:sldLayoutMk cId="129036391" sldId="2147483688"/>
          </pc:sldLayoutMkLst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129036391" sldId="2147483688"/>
              <ac:spMk id="2" creationId="{40F80C67-7C47-1046-B1B1-5649F52F2ADD}"/>
            </ac:spMkLst>
          </pc:spChg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129036391" sldId="2147483688"/>
              <ac:spMk id="5" creationId="{AED5BC53-2816-4210-4970-4FC239BFDB5F}"/>
            </ac:spMkLst>
          </pc:spChg>
          <pc:picChg chg="del mod">
            <ac:chgData name="Dr. Kesava Pillai" userId="f8a76550-033e-4967-ba67-525990afc495" providerId="ADAL" clId="{F27F49CF-E0CA-4974-819C-251972E60CAE}" dt="2024-09-30T09:36:53.390" v="21" actId="478"/>
            <ac:picMkLst>
              <pc:docMk/>
              <pc:sldMasterMk cId="2732913780" sldId="2147483663"/>
              <pc:sldLayoutMk cId="129036391" sldId="2147483688"/>
              <ac:picMk id="3" creationId="{ED178921-E6EB-89FB-1721-8D340F832CBD}"/>
            </ac:picMkLst>
          </pc:picChg>
        </pc:sldLayoutChg>
        <pc:sldLayoutChg chg="delSp modSp">
          <pc:chgData name="Dr. Kesava Pillai" userId="f8a76550-033e-4967-ba67-525990afc495" providerId="ADAL" clId="{F27F49CF-E0CA-4974-819C-251972E60CAE}" dt="2024-09-30T09:36:54.693" v="22" actId="478"/>
          <pc:sldLayoutMkLst>
            <pc:docMk/>
            <pc:sldMasterMk cId="2732913780" sldId="2147483663"/>
            <pc:sldLayoutMk cId="4271768316" sldId="2147483689"/>
          </pc:sldLayoutMkLst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4271768316" sldId="2147483689"/>
              <ac:spMk id="2" creationId="{84F7A2FB-3692-7374-ECE6-3DDD8A007D21}"/>
            </ac:spMkLst>
          </pc:spChg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4271768316" sldId="2147483689"/>
              <ac:spMk id="6" creationId="{0E2C0782-CF15-D587-F209-76A369475B0A}"/>
            </ac:spMkLst>
          </pc:spChg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4271768316" sldId="2147483689"/>
              <ac:spMk id="7" creationId="{117C0E03-AD57-26BD-EFAD-135B4185F34C}"/>
            </ac:spMkLst>
          </pc:spChg>
          <pc:picChg chg="del mod">
            <ac:chgData name="Dr. Kesava Pillai" userId="f8a76550-033e-4967-ba67-525990afc495" providerId="ADAL" clId="{F27F49CF-E0CA-4974-819C-251972E60CAE}" dt="2024-09-30T09:36:54.693" v="22" actId="478"/>
            <ac:picMkLst>
              <pc:docMk/>
              <pc:sldMasterMk cId="2732913780" sldId="2147483663"/>
              <pc:sldLayoutMk cId="4271768316" sldId="2147483689"/>
              <ac:picMk id="8" creationId="{9186F32B-2E23-EAE7-28F5-E2FCF5E3DFC4}"/>
            </ac:picMkLst>
          </pc:picChg>
        </pc:sldLayoutChg>
        <pc:sldLayoutChg chg="delSp modSp mod">
          <pc:chgData name="Dr. Kesava Pillai" userId="f8a76550-033e-4967-ba67-525990afc495" providerId="ADAL" clId="{F27F49CF-E0CA-4974-819C-251972E60CAE}" dt="2024-09-30T09:36:56.043" v="23" actId="478"/>
          <pc:sldLayoutMkLst>
            <pc:docMk/>
            <pc:sldMasterMk cId="2732913780" sldId="2147483663"/>
            <pc:sldLayoutMk cId="1946593262" sldId="2147483690"/>
          </pc:sldLayoutMkLst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1946593262" sldId="2147483690"/>
              <ac:spMk id="2" creationId="{84F7A2FB-3692-7374-ECE6-3DDD8A007D21}"/>
            </ac:spMkLst>
          </pc:spChg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1946593262" sldId="2147483690"/>
              <ac:spMk id="6" creationId="{0E2C0782-CF15-D587-F209-76A369475B0A}"/>
            </ac:spMkLst>
          </pc:spChg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1946593262" sldId="2147483690"/>
              <ac:spMk id="7" creationId="{117C0E03-AD57-26BD-EFAD-135B4185F34C}"/>
            </ac:spMkLst>
          </pc:spChg>
          <pc:picChg chg="del mod">
            <ac:chgData name="Dr. Kesava Pillai" userId="f8a76550-033e-4967-ba67-525990afc495" providerId="ADAL" clId="{F27F49CF-E0CA-4974-819C-251972E60CAE}" dt="2024-09-30T09:36:56.043" v="23" actId="478"/>
            <ac:picMkLst>
              <pc:docMk/>
              <pc:sldMasterMk cId="2732913780" sldId="2147483663"/>
              <pc:sldLayoutMk cId="1946593262" sldId="2147483690"/>
              <ac:picMk id="3" creationId="{10178BF3-0C44-7F6F-9A93-FAD4F3ED2C41}"/>
            </ac:picMkLst>
          </pc:picChg>
        </pc:sldLayoutChg>
        <pc:sldLayoutChg chg="delSp modSp">
          <pc:chgData name="Dr. Kesava Pillai" userId="f8a76550-033e-4967-ba67-525990afc495" providerId="ADAL" clId="{F27F49CF-E0CA-4974-819C-251972E60CAE}" dt="2024-09-30T09:36:57.330" v="24" actId="478"/>
          <pc:sldLayoutMkLst>
            <pc:docMk/>
            <pc:sldMasterMk cId="2732913780" sldId="2147483663"/>
            <pc:sldLayoutMk cId="194399930" sldId="2147483691"/>
          </pc:sldLayoutMkLst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194399930" sldId="2147483691"/>
              <ac:spMk id="3" creationId="{C6F56718-5153-BA4C-1652-9EFB47DA6CB5}"/>
            </ac:spMkLst>
          </pc:spChg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194399930" sldId="2147483691"/>
              <ac:spMk id="13" creationId="{90AFE7E0-13D0-FC56-5802-BC4E161A01B7}"/>
            </ac:spMkLst>
          </pc:spChg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194399930" sldId="2147483691"/>
              <ac:spMk id="14" creationId="{85E21580-F245-B670-F787-BF63FAB4B46D}"/>
            </ac:spMkLst>
          </pc:spChg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194399930" sldId="2147483691"/>
              <ac:spMk id="15" creationId="{7B93E3A1-F86B-5848-E0D8-9B910D2CF8DA}"/>
            </ac:spMkLst>
          </pc:spChg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194399930" sldId="2147483691"/>
              <ac:spMk id="16" creationId="{E1A60634-D380-05B9-A200-4BC09F63215A}"/>
            </ac:spMkLst>
          </pc:spChg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194399930" sldId="2147483691"/>
              <ac:spMk id="17" creationId="{FB27992A-9435-FF68-91D5-AB177C86FC73}"/>
            </ac:spMkLst>
          </pc:spChg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194399930" sldId="2147483691"/>
              <ac:spMk id="23" creationId="{F1E11ABA-2F6F-AD00-6622-96402AE8B6A8}"/>
            </ac:spMkLst>
          </pc:spChg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194399930" sldId="2147483691"/>
              <ac:spMk id="24" creationId="{E9A3798F-F75E-B413-49AE-B6F4D96322FF}"/>
            </ac:spMkLst>
          </pc:spChg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194399930" sldId="2147483691"/>
              <ac:spMk id="25" creationId="{614A16FD-3307-D7FB-6483-52A5C31098D0}"/>
            </ac:spMkLst>
          </pc:spChg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194399930" sldId="2147483691"/>
              <ac:spMk id="26" creationId="{EEA5B065-0239-646D-0C09-0596844EF55C}"/>
            </ac:spMkLst>
          </pc:spChg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194399930" sldId="2147483691"/>
              <ac:spMk id="27" creationId="{9972B1E5-9F94-B5C2-796B-D18122CA922A}"/>
            </ac:spMkLst>
          </pc:spChg>
          <pc:picChg chg="del mod">
            <ac:chgData name="Dr. Kesava Pillai" userId="f8a76550-033e-4967-ba67-525990afc495" providerId="ADAL" clId="{F27F49CF-E0CA-4974-819C-251972E60CAE}" dt="2024-09-30T09:36:57.330" v="24" actId="478"/>
            <ac:picMkLst>
              <pc:docMk/>
              <pc:sldMasterMk cId="2732913780" sldId="2147483663"/>
              <pc:sldLayoutMk cId="194399930" sldId="2147483691"/>
              <ac:picMk id="2" creationId="{60D7C342-4D59-30CD-6ECC-0731D5E44748}"/>
            </ac:picMkLst>
          </pc:picChg>
        </pc:sldLayoutChg>
        <pc:sldLayoutChg chg="delSp modSp mod">
          <pc:chgData name="Dr. Kesava Pillai" userId="f8a76550-033e-4967-ba67-525990afc495" providerId="ADAL" clId="{F27F49CF-E0CA-4974-819C-251972E60CAE}" dt="2024-09-30T09:36:58.839" v="25" actId="478"/>
          <pc:sldLayoutMkLst>
            <pc:docMk/>
            <pc:sldMasterMk cId="2732913780" sldId="2147483663"/>
            <pc:sldLayoutMk cId="4055276914" sldId="2147483692"/>
          </pc:sldLayoutMkLst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4055276914" sldId="2147483692"/>
              <ac:spMk id="3" creationId="{D4643407-354C-EF13-0031-A2AB96E23A43}"/>
            </ac:spMkLst>
          </pc:spChg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4055276914" sldId="2147483692"/>
              <ac:spMk id="13" creationId="{90AFE7E0-13D0-FC56-5802-BC4E161A01B7}"/>
            </ac:spMkLst>
          </pc:spChg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4055276914" sldId="2147483692"/>
              <ac:spMk id="14" creationId="{85E21580-F245-B670-F787-BF63FAB4B46D}"/>
            </ac:spMkLst>
          </pc:spChg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4055276914" sldId="2147483692"/>
              <ac:spMk id="15" creationId="{7B93E3A1-F86B-5848-E0D8-9B910D2CF8DA}"/>
            </ac:spMkLst>
          </pc:spChg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4055276914" sldId="2147483692"/>
              <ac:spMk id="16" creationId="{E1A60634-D380-05B9-A200-4BC09F63215A}"/>
            </ac:spMkLst>
          </pc:spChg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4055276914" sldId="2147483692"/>
              <ac:spMk id="17" creationId="{FB27992A-9435-FF68-91D5-AB177C86FC73}"/>
            </ac:spMkLst>
          </pc:spChg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4055276914" sldId="2147483692"/>
              <ac:spMk id="23" creationId="{F1E11ABA-2F6F-AD00-6622-96402AE8B6A8}"/>
            </ac:spMkLst>
          </pc:spChg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4055276914" sldId="2147483692"/>
              <ac:spMk id="24" creationId="{E9A3798F-F75E-B413-49AE-B6F4D96322FF}"/>
            </ac:spMkLst>
          </pc:spChg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4055276914" sldId="2147483692"/>
              <ac:spMk id="25" creationId="{614A16FD-3307-D7FB-6483-52A5C31098D0}"/>
            </ac:spMkLst>
          </pc:spChg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4055276914" sldId="2147483692"/>
              <ac:spMk id="26" creationId="{EEA5B065-0239-646D-0C09-0596844EF55C}"/>
            </ac:spMkLst>
          </pc:spChg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4055276914" sldId="2147483692"/>
              <ac:spMk id="27" creationId="{9972B1E5-9F94-B5C2-796B-D18122CA922A}"/>
            </ac:spMkLst>
          </pc:spChg>
          <pc:picChg chg="del mod">
            <ac:chgData name="Dr. Kesava Pillai" userId="f8a76550-033e-4967-ba67-525990afc495" providerId="ADAL" clId="{F27F49CF-E0CA-4974-819C-251972E60CAE}" dt="2024-09-30T09:36:58.839" v="25" actId="478"/>
            <ac:picMkLst>
              <pc:docMk/>
              <pc:sldMasterMk cId="2732913780" sldId="2147483663"/>
              <pc:sldLayoutMk cId="4055276914" sldId="2147483692"/>
              <ac:picMk id="2" creationId="{6E97445D-AA3E-4FF1-5C3D-A2CF07C45D6E}"/>
            </ac:picMkLst>
          </pc:picChg>
        </pc:sldLayoutChg>
        <pc:sldLayoutChg chg="modSp">
          <pc:chgData name="Dr. Kesava Pillai" userId="f8a76550-033e-4967-ba67-525990afc495" providerId="ADAL" clId="{F27F49CF-E0CA-4974-819C-251972E60CAE}" dt="2024-09-30T09:34:48.344" v="0"/>
          <pc:sldLayoutMkLst>
            <pc:docMk/>
            <pc:sldMasterMk cId="2732913780" sldId="2147483663"/>
            <pc:sldLayoutMk cId="3312143108" sldId="2147483693"/>
          </pc:sldLayoutMkLst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3312143108" sldId="2147483693"/>
              <ac:spMk id="2" creationId="{8F4BC8B8-56DE-CC45-EB9C-7BE8295CB9FF}"/>
            </ac:spMkLst>
          </pc:spChg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3312143108" sldId="2147483693"/>
              <ac:spMk id="4" creationId="{8A580153-B4CE-E166-7ACE-F92FEF0DCEF8}"/>
            </ac:spMkLst>
          </pc:spChg>
          <pc:picChg chg="mod">
            <ac:chgData name="Dr. Kesava Pillai" userId="f8a76550-033e-4967-ba67-525990afc495" providerId="ADAL" clId="{F27F49CF-E0CA-4974-819C-251972E60CAE}" dt="2024-09-30T09:34:48.344" v="0"/>
            <ac:picMkLst>
              <pc:docMk/>
              <pc:sldMasterMk cId="2732913780" sldId="2147483663"/>
              <pc:sldLayoutMk cId="3312143108" sldId="2147483693"/>
              <ac:picMk id="5" creationId="{1CD8D465-41A1-E0A8-A8B4-C64FB4642DA6}"/>
            </ac:picMkLst>
          </pc:picChg>
        </pc:sldLayoutChg>
        <pc:sldLayoutChg chg="modSp">
          <pc:chgData name="Dr. Kesava Pillai" userId="f8a76550-033e-4967-ba67-525990afc495" providerId="ADAL" clId="{F27F49CF-E0CA-4974-819C-251972E60CAE}" dt="2024-09-30T09:34:48.344" v="0"/>
          <pc:sldLayoutMkLst>
            <pc:docMk/>
            <pc:sldMasterMk cId="2732913780" sldId="2147483663"/>
            <pc:sldLayoutMk cId="1217739367" sldId="2147483694"/>
          </pc:sldLayoutMkLst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1217739367" sldId="2147483694"/>
              <ac:spMk id="2" creationId="{8F4BC8B8-56DE-CC45-EB9C-7BE8295CB9FF}"/>
            </ac:spMkLst>
          </pc:spChg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1217739367" sldId="2147483694"/>
              <ac:spMk id="4" creationId="{8A580153-B4CE-E166-7ACE-F92FEF0DCEF8}"/>
            </ac:spMkLst>
          </pc:spChg>
          <pc:picChg chg="mod">
            <ac:chgData name="Dr. Kesava Pillai" userId="f8a76550-033e-4967-ba67-525990afc495" providerId="ADAL" clId="{F27F49CF-E0CA-4974-819C-251972E60CAE}" dt="2024-09-30T09:34:48.344" v="0"/>
            <ac:picMkLst>
              <pc:docMk/>
              <pc:sldMasterMk cId="2732913780" sldId="2147483663"/>
              <pc:sldLayoutMk cId="1217739367" sldId="2147483694"/>
              <ac:picMk id="3" creationId="{894E1089-2642-1F16-6D34-0AA470DAB44C}"/>
            </ac:picMkLst>
          </pc:picChg>
        </pc:sldLayoutChg>
        <pc:sldLayoutChg chg="delSp modSp">
          <pc:chgData name="Dr. Kesava Pillai" userId="f8a76550-033e-4967-ba67-525990afc495" providerId="ADAL" clId="{F27F49CF-E0CA-4974-819C-251972E60CAE}" dt="2024-09-30T09:37:01.901" v="26" actId="478"/>
          <pc:sldLayoutMkLst>
            <pc:docMk/>
            <pc:sldMasterMk cId="2732913780" sldId="2147483663"/>
            <pc:sldLayoutMk cId="3898348681" sldId="2147483695"/>
          </pc:sldLayoutMkLst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3898348681" sldId="2147483695"/>
              <ac:spMk id="5" creationId="{EAE3BF1D-7538-D216-ADA6-8A61272CEC05}"/>
            </ac:spMkLst>
          </pc:spChg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3898348681" sldId="2147483695"/>
              <ac:spMk id="6" creationId="{793A658E-0EDC-3F4C-BFB3-E8CA966F34DD}"/>
            </ac:spMkLst>
          </pc:spChg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3898348681" sldId="2147483695"/>
              <ac:spMk id="7" creationId="{A1C42F19-22A5-A6AA-F9A6-B990F2E4BD44}"/>
            </ac:spMkLst>
          </pc:spChg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3898348681" sldId="2147483695"/>
              <ac:spMk id="8" creationId="{63F88012-5D39-66F9-BCBC-E3DED48089D2}"/>
            </ac:spMkLst>
          </pc:spChg>
          <pc:picChg chg="del mod">
            <ac:chgData name="Dr. Kesava Pillai" userId="f8a76550-033e-4967-ba67-525990afc495" providerId="ADAL" clId="{F27F49CF-E0CA-4974-819C-251972E60CAE}" dt="2024-09-30T09:37:01.901" v="26" actId="478"/>
            <ac:picMkLst>
              <pc:docMk/>
              <pc:sldMasterMk cId="2732913780" sldId="2147483663"/>
              <pc:sldLayoutMk cId="3898348681" sldId="2147483695"/>
              <ac:picMk id="4" creationId="{C97ADB29-0190-8E6A-A68B-AEBB217C0E84}"/>
            </ac:picMkLst>
          </pc:picChg>
        </pc:sldLayoutChg>
        <pc:sldLayoutChg chg="delSp modSp mod">
          <pc:chgData name="Dr. Kesava Pillai" userId="f8a76550-033e-4967-ba67-525990afc495" providerId="ADAL" clId="{F27F49CF-E0CA-4974-819C-251972E60CAE}" dt="2024-09-30T09:37:03.949" v="27" actId="478"/>
          <pc:sldLayoutMkLst>
            <pc:docMk/>
            <pc:sldMasterMk cId="2732913780" sldId="2147483663"/>
            <pc:sldLayoutMk cId="4025112737" sldId="2147483696"/>
          </pc:sldLayoutMkLst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4025112737" sldId="2147483696"/>
              <ac:spMk id="4" creationId="{61A374B0-731A-1D13-1D15-DEB568D14EEC}"/>
            </ac:spMkLst>
          </pc:spChg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4025112737" sldId="2147483696"/>
              <ac:spMk id="5" creationId="{6DD384CD-5B1D-00AA-C88E-51863CE859A3}"/>
            </ac:spMkLst>
          </pc:spChg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4025112737" sldId="2147483696"/>
              <ac:spMk id="6" creationId="{C0E62B52-2676-DD95-FD76-B834BA0270EA}"/>
            </ac:spMkLst>
          </pc:spChg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4025112737" sldId="2147483696"/>
              <ac:spMk id="7" creationId="{9374EF56-AF27-D8AD-DACE-E5CE66A7D32A}"/>
            </ac:spMkLst>
          </pc:spChg>
          <pc:picChg chg="del mod">
            <ac:chgData name="Dr. Kesava Pillai" userId="f8a76550-033e-4967-ba67-525990afc495" providerId="ADAL" clId="{F27F49CF-E0CA-4974-819C-251972E60CAE}" dt="2024-09-30T09:37:03.949" v="27" actId="478"/>
            <ac:picMkLst>
              <pc:docMk/>
              <pc:sldMasterMk cId="2732913780" sldId="2147483663"/>
              <pc:sldLayoutMk cId="4025112737" sldId="2147483696"/>
              <ac:picMk id="9" creationId="{890E9656-A63D-02CF-0218-527AB2D41C90}"/>
            </ac:picMkLst>
          </pc:picChg>
        </pc:sldLayoutChg>
        <pc:sldLayoutChg chg="modSp">
          <pc:chgData name="Dr. Kesava Pillai" userId="f8a76550-033e-4967-ba67-525990afc495" providerId="ADAL" clId="{F27F49CF-E0CA-4974-819C-251972E60CAE}" dt="2024-09-30T09:34:48.344" v="0"/>
          <pc:sldLayoutMkLst>
            <pc:docMk/>
            <pc:sldMasterMk cId="2732913780" sldId="2147483663"/>
            <pc:sldLayoutMk cId="3787146634" sldId="2147483697"/>
          </pc:sldLayoutMkLst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3787146634" sldId="2147483697"/>
              <ac:spMk id="4" creationId="{8A580153-B4CE-E166-7ACE-F92FEF0DCEF8}"/>
            </ac:spMkLst>
          </pc:spChg>
          <pc:picChg chg="mod">
            <ac:chgData name="Dr. Kesava Pillai" userId="f8a76550-033e-4967-ba67-525990afc495" providerId="ADAL" clId="{F27F49CF-E0CA-4974-819C-251972E60CAE}" dt="2024-09-30T09:34:48.344" v="0"/>
            <ac:picMkLst>
              <pc:docMk/>
              <pc:sldMasterMk cId="2732913780" sldId="2147483663"/>
              <pc:sldLayoutMk cId="3787146634" sldId="2147483697"/>
              <ac:picMk id="5" creationId="{1CD8D465-41A1-E0A8-A8B4-C64FB4642DA6}"/>
            </ac:picMkLst>
          </pc:picChg>
        </pc:sldLayoutChg>
        <pc:sldLayoutChg chg="modSp">
          <pc:chgData name="Dr. Kesava Pillai" userId="f8a76550-033e-4967-ba67-525990afc495" providerId="ADAL" clId="{F27F49CF-E0CA-4974-819C-251972E60CAE}" dt="2024-09-30T09:34:48.344" v="0"/>
          <pc:sldLayoutMkLst>
            <pc:docMk/>
            <pc:sldMasterMk cId="2732913780" sldId="2147483663"/>
            <pc:sldLayoutMk cId="3204228274" sldId="2147483698"/>
          </pc:sldLayoutMkLst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3204228274" sldId="2147483698"/>
              <ac:spMk id="4" creationId="{8A580153-B4CE-E166-7ACE-F92FEF0DCEF8}"/>
            </ac:spMkLst>
          </pc:spChg>
          <pc:picChg chg="mod">
            <ac:chgData name="Dr. Kesava Pillai" userId="f8a76550-033e-4967-ba67-525990afc495" providerId="ADAL" clId="{F27F49CF-E0CA-4974-819C-251972E60CAE}" dt="2024-09-30T09:34:48.344" v="0"/>
            <ac:picMkLst>
              <pc:docMk/>
              <pc:sldMasterMk cId="2732913780" sldId="2147483663"/>
              <pc:sldLayoutMk cId="3204228274" sldId="2147483698"/>
              <ac:picMk id="2" creationId="{6F99F1D5-796D-B18C-4706-ECD5827DB66D}"/>
            </ac:picMkLst>
          </pc:picChg>
        </pc:sldLayoutChg>
        <pc:sldLayoutChg chg="delSp modSp">
          <pc:chgData name="Dr. Kesava Pillai" userId="f8a76550-033e-4967-ba67-525990afc495" providerId="ADAL" clId="{F27F49CF-E0CA-4974-819C-251972E60CAE}" dt="2024-09-30T09:37:06.872" v="28" actId="478"/>
          <pc:sldLayoutMkLst>
            <pc:docMk/>
            <pc:sldMasterMk cId="2732913780" sldId="2147483663"/>
            <pc:sldLayoutMk cId="199471953" sldId="2147483699"/>
          </pc:sldLayoutMkLst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199471953" sldId="2147483699"/>
              <ac:spMk id="4" creationId="{1E2CC42D-17CB-E638-B81A-110B1B3F2E94}"/>
            </ac:spMkLst>
          </pc:spChg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199471953" sldId="2147483699"/>
              <ac:spMk id="5" creationId="{6B45A787-9C75-0736-994E-7B094F400367}"/>
            </ac:spMkLst>
          </pc:spChg>
          <pc:picChg chg="del mod">
            <ac:chgData name="Dr. Kesava Pillai" userId="f8a76550-033e-4967-ba67-525990afc495" providerId="ADAL" clId="{F27F49CF-E0CA-4974-819C-251972E60CAE}" dt="2024-09-30T09:37:06.872" v="28" actId="478"/>
            <ac:picMkLst>
              <pc:docMk/>
              <pc:sldMasterMk cId="2732913780" sldId="2147483663"/>
              <pc:sldLayoutMk cId="199471953" sldId="2147483699"/>
              <ac:picMk id="2" creationId="{E3F9F65D-AB78-8571-A238-B3743684A64B}"/>
            </ac:picMkLst>
          </pc:picChg>
        </pc:sldLayoutChg>
        <pc:sldLayoutChg chg="delSp modSp mod">
          <pc:chgData name="Dr. Kesava Pillai" userId="f8a76550-033e-4967-ba67-525990afc495" providerId="ADAL" clId="{F27F49CF-E0CA-4974-819C-251972E60CAE}" dt="2024-09-30T09:37:09.466" v="29" actId="478"/>
          <pc:sldLayoutMkLst>
            <pc:docMk/>
            <pc:sldMasterMk cId="2732913780" sldId="2147483663"/>
            <pc:sldLayoutMk cId="2222568964" sldId="2147483700"/>
          </pc:sldLayoutMkLst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2222568964" sldId="2147483700"/>
              <ac:spMk id="4" creationId="{1E2CC42D-17CB-E638-B81A-110B1B3F2E94}"/>
            </ac:spMkLst>
          </pc:spChg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2222568964" sldId="2147483700"/>
              <ac:spMk id="5" creationId="{6B45A787-9C75-0736-994E-7B094F400367}"/>
            </ac:spMkLst>
          </pc:spChg>
          <pc:picChg chg="del mod">
            <ac:chgData name="Dr. Kesava Pillai" userId="f8a76550-033e-4967-ba67-525990afc495" providerId="ADAL" clId="{F27F49CF-E0CA-4974-819C-251972E60CAE}" dt="2024-09-30T09:37:09.466" v="29" actId="478"/>
            <ac:picMkLst>
              <pc:docMk/>
              <pc:sldMasterMk cId="2732913780" sldId="2147483663"/>
              <pc:sldLayoutMk cId="2222568964" sldId="2147483700"/>
              <ac:picMk id="2" creationId="{EDC140F1-7C93-36F2-49E9-260DAC6B7E2C}"/>
            </ac:picMkLst>
          </pc:picChg>
        </pc:sldLayoutChg>
        <pc:sldLayoutChg chg="modSp">
          <pc:chgData name="Dr. Kesava Pillai" userId="f8a76550-033e-4967-ba67-525990afc495" providerId="ADAL" clId="{F27F49CF-E0CA-4974-819C-251972E60CAE}" dt="2024-09-30T09:34:48.344" v="0"/>
          <pc:sldLayoutMkLst>
            <pc:docMk/>
            <pc:sldMasterMk cId="2732913780" sldId="2147483663"/>
            <pc:sldLayoutMk cId="2439363488" sldId="2147483701"/>
          </pc:sldLayoutMkLst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2439363488" sldId="2147483701"/>
              <ac:spMk id="4" creationId="{458D67BC-08A8-B641-2D7F-240DC17CDE3A}"/>
            </ac:spMkLst>
          </pc:spChg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2439363488" sldId="2147483701"/>
              <ac:spMk id="5" creationId="{91A76DD4-43F7-C972-85EA-CAFDE2FA0410}"/>
            </ac:spMkLst>
          </pc:spChg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2439363488" sldId="2147483701"/>
              <ac:spMk id="6" creationId="{10D0C3E1-B2D7-E36D-87E0-ECAB470B2D28}"/>
            </ac:spMkLst>
          </pc:spChg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2439363488" sldId="2147483701"/>
              <ac:spMk id="7" creationId="{62331960-A4CD-E907-ACF8-2904680BADA6}"/>
            </ac:spMkLst>
          </pc:spChg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2439363488" sldId="2147483701"/>
              <ac:spMk id="8" creationId="{077A9D95-A204-E92E-A5F8-1E263A7A8A30}"/>
            </ac:spMkLst>
          </pc:spChg>
        </pc:sldLayoutChg>
        <pc:sldLayoutChg chg="modSp">
          <pc:chgData name="Dr. Kesava Pillai" userId="f8a76550-033e-4967-ba67-525990afc495" providerId="ADAL" clId="{F27F49CF-E0CA-4974-819C-251972E60CAE}" dt="2024-09-30T09:34:48.344" v="0"/>
          <pc:sldLayoutMkLst>
            <pc:docMk/>
            <pc:sldMasterMk cId="2732913780" sldId="2147483663"/>
            <pc:sldLayoutMk cId="4110647822" sldId="2147483702"/>
          </pc:sldLayoutMkLst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4110647822" sldId="2147483702"/>
              <ac:spMk id="4" creationId="{14576114-4EE3-A4A4-76CC-B9B2275D1EE1}"/>
            </ac:spMkLst>
          </pc:spChg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4110647822" sldId="2147483702"/>
              <ac:spMk id="5" creationId="{F3B5096E-B439-B90B-5317-2550E3B65668}"/>
            </ac:spMkLst>
          </pc:spChg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4110647822" sldId="2147483702"/>
              <ac:spMk id="6" creationId="{7E850367-FBF9-B7B1-9E76-EC2982182771}"/>
            </ac:spMkLst>
          </pc:spChg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4110647822" sldId="2147483702"/>
              <ac:spMk id="7" creationId="{B7999D6D-BA9E-A93A-5AB4-A94911B24D0E}"/>
            </ac:spMkLst>
          </pc:spChg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4110647822" sldId="2147483702"/>
              <ac:spMk id="8" creationId="{96F213A9-305D-2AFC-FF34-19434A2D95EE}"/>
            </ac:spMkLst>
          </pc:spChg>
        </pc:sldLayoutChg>
        <pc:sldLayoutChg chg="delSp modSp">
          <pc:chgData name="Dr. Kesava Pillai" userId="f8a76550-033e-4967-ba67-525990afc495" providerId="ADAL" clId="{F27F49CF-E0CA-4974-819C-251972E60CAE}" dt="2024-09-30T09:37:16.169" v="30" actId="478"/>
          <pc:sldLayoutMkLst>
            <pc:docMk/>
            <pc:sldMasterMk cId="2732913780" sldId="2147483663"/>
            <pc:sldLayoutMk cId="406891220" sldId="2147483703"/>
          </pc:sldLayoutMkLst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406891220" sldId="2147483703"/>
              <ac:spMk id="2" creationId="{098A0508-16C0-1CB1-9EB2-E710C774CB8D}"/>
            </ac:spMkLst>
          </pc:spChg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406891220" sldId="2147483703"/>
              <ac:spMk id="3" creationId="{60EB9AD5-7DDC-2BFA-AF2C-9962B35D0ED0}"/>
            </ac:spMkLst>
          </pc:spChg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406891220" sldId="2147483703"/>
              <ac:spMk id="9" creationId="{F2B4AB36-8724-FDDC-F151-CBD3C7917C5E}"/>
            </ac:spMkLst>
          </pc:spChg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406891220" sldId="2147483703"/>
              <ac:spMk id="10" creationId="{7807B4DD-82EF-E592-BE1A-58254BBE34FF}"/>
            </ac:spMkLst>
          </pc:spChg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406891220" sldId="2147483703"/>
              <ac:spMk id="11" creationId="{D78BA4D9-57E1-A80D-3014-2BD0F878AF31}"/>
            </ac:spMkLst>
          </pc:spChg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406891220" sldId="2147483703"/>
              <ac:spMk id="12" creationId="{245A25BC-C7C5-6433-D8E4-A5DF23106C71}"/>
            </ac:spMkLst>
          </pc:spChg>
          <pc:picChg chg="del mod">
            <ac:chgData name="Dr. Kesava Pillai" userId="f8a76550-033e-4967-ba67-525990afc495" providerId="ADAL" clId="{F27F49CF-E0CA-4974-819C-251972E60CAE}" dt="2024-09-30T09:37:16.169" v="30" actId="478"/>
            <ac:picMkLst>
              <pc:docMk/>
              <pc:sldMasterMk cId="2732913780" sldId="2147483663"/>
              <pc:sldLayoutMk cId="406891220" sldId="2147483703"/>
              <ac:picMk id="13" creationId="{C388C33F-8C44-39F0-8C2F-7CF690D3C16C}"/>
            </ac:picMkLst>
          </pc:picChg>
        </pc:sldLayoutChg>
        <pc:sldLayoutChg chg="delSp modSp mod">
          <pc:chgData name="Dr. Kesava Pillai" userId="f8a76550-033e-4967-ba67-525990afc495" providerId="ADAL" clId="{F27F49CF-E0CA-4974-819C-251972E60CAE}" dt="2024-09-30T09:37:21.145" v="31" actId="478"/>
          <pc:sldLayoutMkLst>
            <pc:docMk/>
            <pc:sldMasterMk cId="2732913780" sldId="2147483663"/>
            <pc:sldLayoutMk cId="1782332103" sldId="2147483704"/>
          </pc:sldLayoutMkLst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1782332103" sldId="2147483704"/>
              <ac:spMk id="2" creationId="{098A0508-16C0-1CB1-9EB2-E710C774CB8D}"/>
            </ac:spMkLst>
          </pc:spChg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1782332103" sldId="2147483704"/>
              <ac:spMk id="3" creationId="{60EB9AD5-7DDC-2BFA-AF2C-9962B35D0ED0}"/>
            </ac:spMkLst>
          </pc:spChg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1782332103" sldId="2147483704"/>
              <ac:spMk id="9" creationId="{F2B4AB36-8724-FDDC-F151-CBD3C7917C5E}"/>
            </ac:spMkLst>
          </pc:spChg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1782332103" sldId="2147483704"/>
              <ac:spMk id="10" creationId="{7807B4DD-82EF-E592-BE1A-58254BBE34FF}"/>
            </ac:spMkLst>
          </pc:spChg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1782332103" sldId="2147483704"/>
              <ac:spMk id="11" creationId="{D78BA4D9-57E1-A80D-3014-2BD0F878AF31}"/>
            </ac:spMkLst>
          </pc:spChg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1782332103" sldId="2147483704"/>
              <ac:spMk id="12" creationId="{245A25BC-C7C5-6433-D8E4-A5DF23106C71}"/>
            </ac:spMkLst>
          </pc:spChg>
          <pc:picChg chg="del mod">
            <ac:chgData name="Dr. Kesava Pillai" userId="f8a76550-033e-4967-ba67-525990afc495" providerId="ADAL" clId="{F27F49CF-E0CA-4974-819C-251972E60CAE}" dt="2024-09-30T09:37:21.145" v="31" actId="478"/>
            <ac:picMkLst>
              <pc:docMk/>
              <pc:sldMasterMk cId="2732913780" sldId="2147483663"/>
              <pc:sldLayoutMk cId="1782332103" sldId="2147483704"/>
              <ac:picMk id="4" creationId="{13D2297B-429D-D242-496A-D8036CC69E91}"/>
            </ac:picMkLst>
          </pc:picChg>
        </pc:sldLayoutChg>
        <pc:sldLayoutChg chg="modSp">
          <pc:chgData name="Dr. Kesava Pillai" userId="f8a76550-033e-4967-ba67-525990afc495" providerId="ADAL" clId="{F27F49CF-E0CA-4974-819C-251972E60CAE}" dt="2024-09-30T09:34:48.344" v="0"/>
          <pc:sldLayoutMkLst>
            <pc:docMk/>
            <pc:sldMasterMk cId="2732913780" sldId="2147483663"/>
            <pc:sldLayoutMk cId="3737346936" sldId="2147483705"/>
          </pc:sldLayoutMkLst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3737346936" sldId="2147483705"/>
              <ac:spMk id="2" creationId="{00000000-0000-0000-0000-000000000000}"/>
            </ac:spMkLst>
          </pc:spChg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3737346936" sldId="2147483705"/>
              <ac:spMk id="3" creationId="{00000000-0000-0000-0000-000000000000}"/>
            </ac:spMkLst>
          </pc:spChg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3737346936" sldId="2147483705"/>
              <ac:spMk id="4" creationId="{00000000-0000-0000-0000-000000000000}"/>
            </ac:spMkLst>
          </pc:spChg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3737346936" sldId="2147483705"/>
              <ac:spMk id="5" creationId="{587D6FE0-E21F-235E-E8BD-3F93B2065642}"/>
            </ac:spMkLst>
          </pc:spChg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3737346936" sldId="2147483705"/>
              <ac:spMk id="6" creationId="{F6D70321-7E9B-069C-4775-58A0DDAAFB9E}"/>
            </ac:spMkLst>
          </pc:spChg>
          <pc:spChg chg="mod">
            <ac:chgData name="Dr. Kesava Pillai" userId="f8a76550-033e-4967-ba67-525990afc495" providerId="ADAL" clId="{F27F49CF-E0CA-4974-819C-251972E60CAE}" dt="2024-09-30T09:34:48.344" v="0"/>
            <ac:spMkLst>
              <pc:docMk/>
              <pc:sldMasterMk cId="2732913780" sldId="2147483663"/>
              <pc:sldLayoutMk cId="3737346936" sldId="2147483705"/>
              <ac:spMk id="7" creationId="{41AE6655-40BB-0A03-7DE0-334B7698C9B5}"/>
            </ac:spMkLst>
          </pc:spChg>
        </pc:sldLayoutChg>
      </pc:sldMasterChg>
    </pc:docChg>
  </pc:docChgLst>
  <pc:docChgLst>
    <pc:chgData name="Dr. Kesava Pillai" userId="f8a76550-033e-4967-ba67-525990afc495" providerId="ADAL" clId="{64077C69-D8D4-4C45-B7DB-8721C5A4F8CA}"/>
    <pc:docChg chg="undo redo custSel addSld delSld modSld">
      <pc:chgData name="Dr. Kesava Pillai" userId="f8a76550-033e-4967-ba67-525990afc495" providerId="ADAL" clId="{64077C69-D8D4-4C45-B7DB-8721C5A4F8CA}" dt="2024-08-21T04:06:29.160" v="4128" actId="14100"/>
      <pc:docMkLst>
        <pc:docMk/>
      </pc:docMkLst>
      <pc:sldChg chg="modSp mod">
        <pc:chgData name="Dr. Kesava Pillai" userId="f8a76550-033e-4967-ba67-525990afc495" providerId="ADAL" clId="{64077C69-D8D4-4C45-B7DB-8721C5A4F8CA}" dt="2024-08-15T04:31:54.853" v="16" actId="20577"/>
        <pc:sldMkLst>
          <pc:docMk/>
          <pc:sldMk cId="0" sldId="256"/>
        </pc:sldMkLst>
        <pc:spChg chg="mod">
          <ac:chgData name="Dr. Kesava Pillai" userId="f8a76550-033e-4967-ba67-525990afc495" providerId="ADAL" clId="{64077C69-D8D4-4C45-B7DB-8721C5A4F8CA}" dt="2024-08-15T04:31:54.853" v="16" actId="20577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Dr. Kesava Pillai" userId="f8a76550-033e-4967-ba67-525990afc495" providerId="ADAL" clId="{64077C69-D8D4-4C45-B7DB-8721C5A4F8CA}" dt="2024-08-12T03:47:29.107" v="0" actId="20577"/>
        <pc:sldMkLst>
          <pc:docMk/>
          <pc:sldMk cId="0" sldId="259"/>
        </pc:sldMkLst>
        <pc:spChg chg="mod">
          <ac:chgData name="Dr. Kesava Pillai" userId="f8a76550-033e-4967-ba67-525990afc495" providerId="ADAL" clId="{64077C69-D8D4-4C45-B7DB-8721C5A4F8CA}" dt="2024-08-12T03:47:29.107" v="0" actId="20577"/>
          <ac:spMkLst>
            <pc:docMk/>
            <pc:sldMk cId="0" sldId="259"/>
            <ac:spMk id="4" creationId="{00000000-0000-0000-0000-000000000000}"/>
          </ac:spMkLst>
        </pc:spChg>
      </pc:sldChg>
      <pc:sldChg chg="modSp add mod">
        <pc:chgData name="Dr. Kesava Pillai" userId="f8a76550-033e-4967-ba67-525990afc495" providerId="ADAL" clId="{64077C69-D8D4-4C45-B7DB-8721C5A4F8CA}" dt="2024-08-20T09:19:48.348" v="2934" actId="6549"/>
        <pc:sldMkLst>
          <pc:docMk/>
          <pc:sldMk cId="0" sldId="262"/>
        </pc:sldMkLst>
        <pc:spChg chg="mod">
          <ac:chgData name="Dr. Kesava Pillai" userId="f8a76550-033e-4967-ba67-525990afc495" providerId="ADAL" clId="{64077C69-D8D4-4C45-B7DB-8721C5A4F8CA}" dt="2024-08-20T09:19:48.348" v="2934" actId="6549"/>
          <ac:spMkLst>
            <pc:docMk/>
            <pc:sldMk cId="0" sldId="262"/>
            <ac:spMk id="6148" creationId="{677BEA23-9885-3A89-1BC3-498010915113}"/>
          </ac:spMkLst>
        </pc:spChg>
      </pc:sldChg>
      <pc:sldChg chg="modSp add mod">
        <pc:chgData name="Dr. Kesava Pillai" userId="f8a76550-033e-4967-ba67-525990afc495" providerId="ADAL" clId="{64077C69-D8D4-4C45-B7DB-8721C5A4F8CA}" dt="2024-08-20T03:10:18.770" v="468" actId="20577"/>
        <pc:sldMkLst>
          <pc:docMk/>
          <pc:sldMk cId="0" sldId="263"/>
        </pc:sldMkLst>
        <pc:spChg chg="mod">
          <ac:chgData name="Dr. Kesava Pillai" userId="f8a76550-033e-4967-ba67-525990afc495" providerId="ADAL" clId="{64077C69-D8D4-4C45-B7DB-8721C5A4F8CA}" dt="2024-08-20T03:10:18.770" v="468" actId="20577"/>
          <ac:spMkLst>
            <pc:docMk/>
            <pc:sldMk cId="0" sldId="263"/>
            <ac:spMk id="47107" creationId="{5393F051-67C6-7B32-8EBC-DCDD8775EE4C}"/>
          </ac:spMkLst>
        </pc:spChg>
      </pc:sldChg>
      <pc:sldChg chg="modSp add mod">
        <pc:chgData name="Dr. Kesava Pillai" userId="f8a76550-033e-4967-ba67-525990afc495" providerId="ADAL" clId="{64077C69-D8D4-4C45-B7DB-8721C5A4F8CA}" dt="2024-08-21T03:57:15.320" v="4026" actId="20577"/>
        <pc:sldMkLst>
          <pc:docMk/>
          <pc:sldMk cId="0" sldId="264"/>
        </pc:sldMkLst>
        <pc:spChg chg="mod">
          <ac:chgData name="Dr. Kesava Pillai" userId="f8a76550-033e-4967-ba67-525990afc495" providerId="ADAL" clId="{64077C69-D8D4-4C45-B7DB-8721C5A4F8CA}" dt="2024-08-21T03:57:15.320" v="4026" actId="20577"/>
          <ac:spMkLst>
            <pc:docMk/>
            <pc:sldMk cId="0" sldId="264"/>
            <ac:spMk id="49155" creationId="{97C333EE-6EEB-90FB-A3CF-D89BCC77E99A}"/>
          </ac:spMkLst>
        </pc:spChg>
      </pc:sldChg>
      <pc:sldChg chg="add">
        <pc:chgData name="Dr. Kesava Pillai" userId="f8a76550-033e-4967-ba67-525990afc495" providerId="ADAL" clId="{64077C69-D8D4-4C45-B7DB-8721C5A4F8CA}" dt="2024-08-15T04:33:09.790" v="17"/>
        <pc:sldMkLst>
          <pc:docMk/>
          <pc:sldMk cId="0" sldId="265"/>
        </pc:sldMkLst>
      </pc:sldChg>
      <pc:sldChg chg="modSp add mod">
        <pc:chgData name="Dr. Kesava Pillai" userId="f8a76550-033e-4967-ba67-525990afc495" providerId="ADAL" clId="{64077C69-D8D4-4C45-B7DB-8721C5A4F8CA}" dt="2024-08-21T04:06:29.160" v="4128" actId="14100"/>
        <pc:sldMkLst>
          <pc:docMk/>
          <pc:sldMk cId="0" sldId="267"/>
        </pc:sldMkLst>
        <pc:spChg chg="mod">
          <ac:chgData name="Dr. Kesava Pillai" userId="f8a76550-033e-4967-ba67-525990afc495" providerId="ADAL" clId="{64077C69-D8D4-4C45-B7DB-8721C5A4F8CA}" dt="2024-08-21T04:05:48.109" v="4122"/>
          <ac:spMkLst>
            <pc:docMk/>
            <pc:sldMk cId="0" sldId="267"/>
            <ac:spMk id="78850" creationId="{AAFF3002-A1BC-0CFB-AED7-81034F9FE950}"/>
          </ac:spMkLst>
        </pc:spChg>
        <pc:spChg chg="mod">
          <ac:chgData name="Dr. Kesava Pillai" userId="f8a76550-033e-4967-ba67-525990afc495" providerId="ADAL" clId="{64077C69-D8D4-4C45-B7DB-8721C5A4F8CA}" dt="2024-08-21T04:06:29.160" v="4128" actId="14100"/>
          <ac:spMkLst>
            <pc:docMk/>
            <pc:sldMk cId="0" sldId="267"/>
            <ac:spMk id="78851" creationId="{CA380BF2-FBD0-91E8-9B24-F31AA943E4C2}"/>
          </ac:spMkLst>
        </pc:spChg>
      </pc:sldChg>
      <pc:sldChg chg="modSp add mod">
        <pc:chgData name="Dr. Kesava Pillai" userId="f8a76550-033e-4967-ba67-525990afc495" providerId="ADAL" clId="{64077C69-D8D4-4C45-B7DB-8721C5A4F8CA}" dt="2024-08-20T03:24:18.785" v="648" actId="20577"/>
        <pc:sldMkLst>
          <pc:docMk/>
          <pc:sldMk cId="0" sldId="271"/>
        </pc:sldMkLst>
        <pc:spChg chg="mod">
          <ac:chgData name="Dr. Kesava Pillai" userId="f8a76550-033e-4967-ba67-525990afc495" providerId="ADAL" clId="{64077C69-D8D4-4C45-B7DB-8721C5A4F8CA}" dt="2024-08-20T03:24:18.785" v="648" actId="20577"/>
          <ac:spMkLst>
            <pc:docMk/>
            <pc:sldMk cId="0" sldId="271"/>
            <ac:spMk id="12290" creationId="{F3652BC4-1321-F101-6708-239749223FF4}"/>
          </ac:spMkLst>
        </pc:spChg>
        <pc:spChg chg="mod">
          <ac:chgData name="Dr. Kesava Pillai" userId="f8a76550-033e-4967-ba67-525990afc495" providerId="ADAL" clId="{64077C69-D8D4-4C45-B7DB-8721C5A4F8CA}" dt="2024-08-20T03:23:17.617" v="639" actId="403"/>
          <ac:spMkLst>
            <pc:docMk/>
            <pc:sldMk cId="0" sldId="271"/>
            <ac:spMk id="12291" creationId="{EA98137C-C5C3-73C5-6C5F-92321BCDEC43}"/>
          </ac:spMkLst>
        </pc:spChg>
      </pc:sldChg>
      <pc:sldChg chg="addSp delSp modSp add mod">
        <pc:chgData name="Dr. Kesava Pillai" userId="f8a76550-033e-4967-ba67-525990afc495" providerId="ADAL" clId="{64077C69-D8D4-4C45-B7DB-8721C5A4F8CA}" dt="2024-08-20T09:03:23.890" v="2839" actId="207"/>
        <pc:sldMkLst>
          <pc:docMk/>
          <pc:sldMk cId="0" sldId="272"/>
        </pc:sldMkLst>
        <pc:spChg chg="add del mod">
          <ac:chgData name="Dr. Kesava Pillai" userId="f8a76550-033e-4967-ba67-525990afc495" providerId="ADAL" clId="{64077C69-D8D4-4C45-B7DB-8721C5A4F8CA}" dt="2024-08-20T03:51:47.057" v="1049" actId="478"/>
          <ac:spMkLst>
            <pc:docMk/>
            <pc:sldMk cId="0" sldId="272"/>
            <ac:spMk id="2" creationId="{A81E8EB4-B4F4-3AF3-04E4-3509C13640A6}"/>
          </ac:spMkLst>
        </pc:spChg>
        <pc:spChg chg="add del mod">
          <ac:chgData name="Dr. Kesava Pillai" userId="f8a76550-033e-4967-ba67-525990afc495" providerId="ADAL" clId="{64077C69-D8D4-4C45-B7DB-8721C5A4F8CA}" dt="2024-08-20T03:51:38.652" v="1048" actId="478"/>
          <ac:spMkLst>
            <pc:docMk/>
            <pc:sldMk cId="0" sldId="272"/>
            <ac:spMk id="3" creationId="{2748BBE7-1A2F-716D-C61D-DB6100CFB760}"/>
          </ac:spMkLst>
        </pc:spChg>
        <pc:spChg chg="add mod">
          <ac:chgData name="Dr. Kesava Pillai" userId="f8a76550-033e-4967-ba67-525990afc495" providerId="ADAL" clId="{64077C69-D8D4-4C45-B7DB-8721C5A4F8CA}" dt="2024-08-20T09:03:23.890" v="2839" actId="207"/>
          <ac:spMkLst>
            <pc:docMk/>
            <pc:sldMk cId="0" sldId="272"/>
            <ac:spMk id="4" creationId="{55D09DE4-3A75-103D-F24C-C6A705764C8E}"/>
          </ac:spMkLst>
        </pc:spChg>
        <pc:spChg chg="mod">
          <ac:chgData name="Dr. Kesava Pillai" userId="f8a76550-033e-4967-ba67-525990afc495" providerId="ADAL" clId="{64077C69-D8D4-4C45-B7DB-8721C5A4F8CA}" dt="2024-08-20T04:10:34.853" v="1472" actId="20577"/>
          <ac:spMkLst>
            <pc:docMk/>
            <pc:sldMk cId="0" sldId="272"/>
            <ac:spMk id="13314" creationId="{8D09733A-E63C-0BA9-5BDF-DF002CF2FFD2}"/>
          </ac:spMkLst>
        </pc:spChg>
        <pc:spChg chg="del">
          <ac:chgData name="Dr. Kesava Pillai" userId="f8a76550-033e-4967-ba67-525990afc495" providerId="ADAL" clId="{64077C69-D8D4-4C45-B7DB-8721C5A4F8CA}" dt="2024-08-20T03:51:35.962" v="1047" actId="478"/>
          <ac:spMkLst>
            <pc:docMk/>
            <pc:sldMk cId="0" sldId="272"/>
            <ac:spMk id="52228" creationId="{F548DE47-D780-BDA8-AC7F-6B34FDB1AABA}"/>
          </ac:spMkLst>
        </pc:spChg>
        <pc:picChg chg="del">
          <ac:chgData name="Dr. Kesava Pillai" userId="f8a76550-033e-4967-ba67-525990afc495" providerId="ADAL" clId="{64077C69-D8D4-4C45-B7DB-8721C5A4F8CA}" dt="2024-08-20T03:51:32.925" v="1046" actId="478"/>
          <ac:picMkLst>
            <pc:docMk/>
            <pc:sldMk cId="0" sldId="272"/>
            <ac:picMk id="52227" creationId="{210C6651-53CF-83D0-C96A-BAE7F13E1999}"/>
          </ac:picMkLst>
        </pc:picChg>
      </pc:sldChg>
      <pc:sldChg chg="addSp modSp add mod">
        <pc:chgData name="Dr. Kesava Pillai" userId="f8a76550-033e-4967-ba67-525990afc495" providerId="ADAL" clId="{64077C69-D8D4-4C45-B7DB-8721C5A4F8CA}" dt="2024-08-20T09:03:39" v="2840" actId="207"/>
        <pc:sldMkLst>
          <pc:docMk/>
          <pc:sldMk cId="0" sldId="286"/>
        </pc:sldMkLst>
        <pc:spChg chg="mod">
          <ac:chgData name="Dr. Kesava Pillai" userId="f8a76550-033e-4967-ba67-525990afc495" providerId="ADAL" clId="{64077C69-D8D4-4C45-B7DB-8721C5A4F8CA}" dt="2024-08-20T04:28:21.985" v="1477" actId="14100"/>
          <ac:spMkLst>
            <pc:docMk/>
            <pc:sldMk cId="0" sldId="286"/>
            <ac:spMk id="14338" creationId="{E2869AF9-0344-946B-6793-EECE526DA076}"/>
          </ac:spMkLst>
        </pc:spChg>
        <pc:spChg chg="mod">
          <ac:chgData name="Dr. Kesava Pillai" userId="f8a76550-033e-4967-ba67-525990afc495" providerId="ADAL" clId="{64077C69-D8D4-4C45-B7DB-8721C5A4F8CA}" dt="2024-08-20T09:03:39" v="2840" actId="207"/>
          <ac:spMkLst>
            <pc:docMk/>
            <pc:sldMk cId="0" sldId="286"/>
            <ac:spMk id="53250" creationId="{B479C143-33ED-2AB8-0DC7-011A78C0776E}"/>
          </ac:spMkLst>
        </pc:spChg>
        <pc:picChg chg="add mod">
          <ac:chgData name="Dr. Kesava Pillai" userId="f8a76550-033e-4967-ba67-525990afc495" providerId="ADAL" clId="{64077C69-D8D4-4C45-B7DB-8721C5A4F8CA}" dt="2024-08-20T07:53:04.338" v="1767" actId="1076"/>
          <ac:picMkLst>
            <pc:docMk/>
            <pc:sldMk cId="0" sldId="286"/>
            <ac:picMk id="3" creationId="{6256DC97-6B7A-D060-F828-B8E07553D452}"/>
          </ac:picMkLst>
        </pc:picChg>
      </pc:sldChg>
      <pc:sldChg chg="addSp delSp modSp add mod">
        <pc:chgData name="Dr. Kesava Pillai" userId="f8a76550-033e-4967-ba67-525990afc495" providerId="ADAL" clId="{64077C69-D8D4-4C45-B7DB-8721C5A4F8CA}" dt="2024-08-21T03:10:01.922" v="3567" actId="478"/>
        <pc:sldMkLst>
          <pc:docMk/>
          <pc:sldMk cId="0" sldId="302"/>
        </pc:sldMkLst>
        <pc:spChg chg="add del mod">
          <ac:chgData name="Dr. Kesava Pillai" userId="f8a76550-033e-4967-ba67-525990afc495" providerId="ADAL" clId="{64077C69-D8D4-4C45-B7DB-8721C5A4F8CA}" dt="2024-08-21T03:10:01.922" v="3567" actId="478"/>
          <ac:spMkLst>
            <pc:docMk/>
            <pc:sldMk cId="0" sldId="302"/>
            <ac:spMk id="3" creationId="{F294B655-EFBD-379B-DD54-C2DEB8343455}"/>
          </ac:spMkLst>
        </pc:spChg>
        <pc:spChg chg="mod">
          <ac:chgData name="Dr. Kesava Pillai" userId="f8a76550-033e-4967-ba67-525990afc495" providerId="ADAL" clId="{64077C69-D8D4-4C45-B7DB-8721C5A4F8CA}" dt="2024-08-20T09:19:26.893" v="2932" actId="6549"/>
          <ac:spMkLst>
            <pc:docMk/>
            <pc:sldMk cId="0" sldId="302"/>
            <ac:spMk id="15362" creationId="{CCA385A9-BCA7-D84B-3F95-A5056F3FAD17}"/>
          </ac:spMkLst>
        </pc:spChg>
        <pc:spChg chg="mod">
          <ac:chgData name="Dr. Kesava Pillai" userId="f8a76550-033e-4967-ba67-525990afc495" providerId="ADAL" clId="{64077C69-D8D4-4C45-B7DB-8721C5A4F8CA}" dt="2024-08-21T01:41:40.778" v="2975" actId="20577"/>
          <ac:spMkLst>
            <pc:docMk/>
            <pc:sldMk cId="0" sldId="302"/>
            <ac:spMk id="15363" creationId="{8D4F3E09-FFAC-DC8B-5991-FE023FF358F1}"/>
          </ac:spMkLst>
        </pc:spChg>
      </pc:sldChg>
      <pc:sldChg chg="modSp add mod">
        <pc:chgData name="Dr. Kesava Pillai" userId="f8a76550-033e-4967-ba67-525990afc495" providerId="ADAL" clId="{64077C69-D8D4-4C45-B7DB-8721C5A4F8CA}" dt="2024-08-21T03:24:33.616" v="3778" actId="1076"/>
        <pc:sldMkLst>
          <pc:docMk/>
          <pc:sldMk cId="0" sldId="303"/>
        </pc:sldMkLst>
        <pc:spChg chg="mod">
          <ac:chgData name="Dr. Kesava Pillai" userId="f8a76550-033e-4967-ba67-525990afc495" providerId="ADAL" clId="{64077C69-D8D4-4C45-B7DB-8721C5A4F8CA}" dt="2024-08-21T03:06:21.212" v="3556" actId="20577"/>
          <ac:spMkLst>
            <pc:docMk/>
            <pc:sldMk cId="0" sldId="303"/>
            <ac:spMk id="16386" creationId="{B63D50A4-C441-939E-3302-28062CA06352}"/>
          </ac:spMkLst>
        </pc:spChg>
        <pc:spChg chg="mod">
          <ac:chgData name="Dr. Kesava Pillai" userId="f8a76550-033e-4967-ba67-525990afc495" providerId="ADAL" clId="{64077C69-D8D4-4C45-B7DB-8721C5A4F8CA}" dt="2024-08-21T03:24:33.616" v="3778" actId="1076"/>
          <ac:spMkLst>
            <pc:docMk/>
            <pc:sldMk cId="0" sldId="303"/>
            <ac:spMk id="55298" creationId="{96AE9897-CB52-C361-21DB-FD3536BAE152}"/>
          </ac:spMkLst>
        </pc:spChg>
      </pc:sldChg>
      <pc:sldChg chg="add del">
        <pc:chgData name="Dr. Kesava Pillai" userId="f8a76550-033e-4967-ba67-525990afc495" providerId="ADAL" clId="{64077C69-D8D4-4C45-B7DB-8721C5A4F8CA}" dt="2024-08-21T03:58:04.661" v="4027" actId="47"/>
        <pc:sldMkLst>
          <pc:docMk/>
          <pc:sldMk cId="0" sldId="318"/>
        </pc:sldMkLst>
      </pc:sldChg>
      <pc:sldChg chg="add del">
        <pc:chgData name="Dr. Kesava Pillai" userId="f8a76550-033e-4967-ba67-525990afc495" providerId="ADAL" clId="{64077C69-D8D4-4C45-B7DB-8721C5A4F8CA}" dt="2024-08-21T03:58:04.661" v="4027" actId="47"/>
        <pc:sldMkLst>
          <pc:docMk/>
          <pc:sldMk cId="0" sldId="319"/>
        </pc:sldMkLst>
      </pc:sldChg>
      <pc:sldChg chg="modSp add mod">
        <pc:chgData name="Dr. Kesava Pillai" userId="f8a76550-033e-4967-ba67-525990afc495" providerId="ADAL" clId="{64077C69-D8D4-4C45-B7DB-8721C5A4F8CA}" dt="2024-08-21T03:25:19.300" v="3785" actId="108"/>
        <pc:sldMkLst>
          <pc:docMk/>
          <pc:sldMk cId="0" sldId="320"/>
        </pc:sldMkLst>
        <pc:spChg chg="mod">
          <ac:chgData name="Dr. Kesava Pillai" userId="f8a76550-033e-4967-ba67-525990afc495" providerId="ADAL" clId="{64077C69-D8D4-4C45-B7DB-8721C5A4F8CA}" dt="2024-08-21T03:11:35.373" v="3572" actId="14100"/>
          <ac:spMkLst>
            <pc:docMk/>
            <pc:sldMk cId="0" sldId="320"/>
            <ac:spMk id="17410" creationId="{C8ECB798-F8B9-7908-538F-9465994E3667}"/>
          </ac:spMkLst>
        </pc:spChg>
        <pc:spChg chg="mod">
          <ac:chgData name="Dr. Kesava Pillai" userId="f8a76550-033e-4967-ba67-525990afc495" providerId="ADAL" clId="{64077C69-D8D4-4C45-B7DB-8721C5A4F8CA}" dt="2024-08-21T03:25:19.300" v="3785" actId="108"/>
          <ac:spMkLst>
            <pc:docMk/>
            <pc:sldMk cId="0" sldId="320"/>
            <ac:spMk id="17411" creationId="{78D5C4E1-C178-15DB-1F1A-6F55C53769C1}"/>
          </ac:spMkLst>
        </pc:spChg>
      </pc:sldChg>
      <pc:sldChg chg="addSp delSp modSp add mod">
        <pc:chgData name="Dr. Kesava Pillai" userId="f8a76550-033e-4967-ba67-525990afc495" providerId="ADAL" clId="{64077C69-D8D4-4C45-B7DB-8721C5A4F8CA}" dt="2024-08-21T03:49:10.718" v="3960" actId="1076"/>
        <pc:sldMkLst>
          <pc:docMk/>
          <pc:sldMk cId="0" sldId="321"/>
        </pc:sldMkLst>
        <pc:spChg chg="add del mod">
          <ac:chgData name="Dr. Kesava Pillai" userId="f8a76550-033e-4967-ba67-525990afc495" providerId="ADAL" clId="{64077C69-D8D4-4C45-B7DB-8721C5A4F8CA}" dt="2024-08-21T03:27:49.742" v="3811" actId="478"/>
          <ac:spMkLst>
            <pc:docMk/>
            <pc:sldMk cId="0" sldId="321"/>
            <ac:spMk id="2" creationId="{471832A3-48BC-C5E9-1088-E1A49D8D2719}"/>
          </ac:spMkLst>
        </pc:spChg>
        <pc:spChg chg="add del mod">
          <ac:chgData name="Dr. Kesava Pillai" userId="f8a76550-033e-4967-ba67-525990afc495" providerId="ADAL" clId="{64077C69-D8D4-4C45-B7DB-8721C5A4F8CA}" dt="2024-08-21T03:28:17.519" v="3813" actId="478"/>
          <ac:spMkLst>
            <pc:docMk/>
            <pc:sldMk cId="0" sldId="321"/>
            <ac:spMk id="4" creationId="{01181603-F42C-A0E1-0EA8-D5765F31C309}"/>
          </ac:spMkLst>
        </pc:spChg>
        <pc:spChg chg="add del mod">
          <ac:chgData name="Dr. Kesava Pillai" userId="f8a76550-033e-4967-ba67-525990afc495" providerId="ADAL" clId="{64077C69-D8D4-4C45-B7DB-8721C5A4F8CA}" dt="2024-08-21T03:46:34.378" v="3954" actId="478"/>
          <ac:spMkLst>
            <pc:docMk/>
            <pc:sldMk cId="0" sldId="321"/>
            <ac:spMk id="5" creationId="{81CC6E99-574A-7B44-BCBF-5DD800C914B9}"/>
          </ac:spMkLst>
        </pc:spChg>
        <pc:spChg chg="add del mod">
          <ac:chgData name="Dr. Kesava Pillai" userId="f8a76550-033e-4967-ba67-525990afc495" providerId="ADAL" clId="{64077C69-D8D4-4C45-B7DB-8721C5A4F8CA}" dt="2024-08-21T03:46:59.188" v="3955" actId="931"/>
          <ac:spMkLst>
            <pc:docMk/>
            <pc:sldMk cId="0" sldId="321"/>
            <ac:spMk id="6" creationId="{3104E31F-0FAC-7077-FF61-393B0BB0FF4B}"/>
          </ac:spMkLst>
        </pc:spChg>
        <pc:spChg chg="mod">
          <ac:chgData name="Dr. Kesava Pillai" userId="f8a76550-033e-4967-ba67-525990afc495" providerId="ADAL" clId="{64077C69-D8D4-4C45-B7DB-8721C5A4F8CA}" dt="2024-08-21T03:26:41.157" v="3801" actId="14100"/>
          <ac:spMkLst>
            <pc:docMk/>
            <pc:sldMk cId="0" sldId="321"/>
            <ac:spMk id="18434" creationId="{3C5F02A2-6CC9-3916-0E45-5F320FA587AF}"/>
          </ac:spMkLst>
        </pc:spChg>
        <pc:spChg chg="add del">
          <ac:chgData name="Dr. Kesava Pillai" userId="f8a76550-033e-4967-ba67-525990afc495" providerId="ADAL" clId="{64077C69-D8D4-4C45-B7DB-8721C5A4F8CA}" dt="2024-08-21T03:28:13.013" v="3812" actId="478"/>
          <ac:spMkLst>
            <pc:docMk/>
            <pc:sldMk cId="0" sldId="321"/>
            <ac:spMk id="18435" creationId="{25D7E94B-7705-909B-2B1F-6261F4553A12}"/>
          </ac:spMkLst>
        </pc:spChg>
        <pc:picChg chg="add del mod">
          <ac:chgData name="Dr. Kesava Pillai" userId="f8a76550-033e-4967-ba67-525990afc495" providerId="ADAL" clId="{64077C69-D8D4-4C45-B7DB-8721C5A4F8CA}" dt="2024-08-21T03:27:48.215" v="3810"/>
          <ac:picMkLst>
            <pc:docMk/>
            <pc:sldMk cId="0" sldId="321"/>
            <ac:picMk id="3" creationId="{653816BC-0F36-B2B1-9295-AEEC5EB77731}"/>
          </ac:picMkLst>
        </pc:picChg>
        <pc:picChg chg="add mod">
          <ac:chgData name="Dr. Kesava Pillai" userId="f8a76550-033e-4967-ba67-525990afc495" providerId="ADAL" clId="{64077C69-D8D4-4C45-B7DB-8721C5A4F8CA}" dt="2024-08-21T03:49:10.718" v="3960" actId="1076"/>
          <ac:picMkLst>
            <pc:docMk/>
            <pc:sldMk cId="0" sldId="321"/>
            <ac:picMk id="8" creationId="{61CAC256-02A0-2EDC-0E8D-7AEC18C66A91}"/>
          </ac:picMkLst>
        </pc:picChg>
      </pc:sldChg>
      <pc:sldChg chg="addSp delSp modSp add del mod">
        <pc:chgData name="Dr. Kesava Pillai" userId="f8a76550-033e-4967-ba67-525990afc495" providerId="ADAL" clId="{64077C69-D8D4-4C45-B7DB-8721C5A4F8CA}" dt="2024-08-21T03:58:04.661" v="4027" actId="47"/>
        <pc:sldMkLst>
          <pc:docMk/>
          <pc:sldMk cId="0" sldId="322"/>
        </pc:sldMkLst>
        <pc:spChg chg="add del mod">
          <ac:chgData name="Dr. Kesava Pillai" userId="f8a76550-033e-4967-ba67-525990afc495" providerId="ADAL" clId="{64077C69-D8D4-4C45-B7DB-8721C5A4F8CA}" dt="2024-08-21T03:30:59.466" v="3817" actId="478"/>
          <ac:spMkLst>
            <pc:docMk/>
            <pc:sldMk cId="0" sldId="322"/>
            <ac:spMk id="2" creationId="{C9F9A02A-E2D5-6277-FD9F-A3DAEBEA6E8F}"/>
          </ac:spMkLst>
        </pc:spChg>
        <pc:spChg chg="del">
          <ac:chgData name="Dr. Kesava Pillai" userId="f8a76550-033e-4967-ba67-525990afc495" providerId="ADAL" clId="{64077C69-D8D4-4C45-B7DB-8721C5A4F8CA}" dt="2024-08-21T03:30:55.125" v="3816" actId="478"/>
          <ac:spMkLst>
            <pc:docMk/>
            <pc:sldMk cId="0" sldId="322"/>
            <ac:spMk id="19458" creationId="{74013CFC-6162-5464-BDDD-5CD21F06E620}"/>
          </ac:spMkLst>
        </pc:spChg>
        <pc:grpChg chg="del">
          <ac:chgData name="Dr. Kesava Pillai" userId="f8a76550-033e-4967-ba67-525990afc495" providerId="ADAL" clId="{64077C69-D8D4-4C45-B7DB-8721C5A4F8CA}" dt="2024-08-21T03:30:45.488" v="3815" actId="478"/>
          <ac:grpSpMkLst>
            <pc:docMk/>
            <pc:sldMk cId="0" sldId="322"/>
            <ac:grpSpMk id="58371" creationId="{01F7D715-C0DA-622E-ACE1-F38C59C08623}"/>
          </ac:grpSpMkLst>
        </pc:grpChg>
        <pc:graphicFrameChg chg="add del mod modGraphic">
          <ac:chgData name="Dr. Kesava Pillai" userId="f8a76550-033e-4967-ba67-525990afc495" providerId="ADAL" clId="{64077C69-D8D4-4C45-B7DB-8721C5A4F8CA}" dt="2024-08-21T03:48:06.540" v="3959" actId="478"/>
          <ac:graphicFrameMkLst>
            <pc:docMk/>
            <pc:sldMk cId="0" sldId="322"/>
            <ac:graphicFrameMk id="5" creationId="{AD8597F0-174F-7AF4-BFE9-5DC7A30FFF50}"/>
          </ac:graphicFrameMkLst>
        </pc:graphicFrameChg>
        <pc:graphicFrameChg chg="add mod">
          <ac:chgData name="Dr. Kesava Pillai" userId="f8a76550-033e-4967-ba67-525990afc495" providerId="ADAL" clId="{64077C69-D8D4-4C45-B7DB-8721C5A4F8CA}" dt="2024-08-21T03:41:09.135" v="3931" actId="571"/>
          <ac:graphicFrameMkLst>
            <pc:docMk/>
            <pc:sldMk cId="0" sldId="322"/>
            <ac:graphicFrameMk id="6" creationId="{7AF75B49-3AF6-2427-BC6C-4916BA9E75F3}"/>
          </ac:graphicFrameMkLst>
        </pc:graphicFrameChg>
      </pc:sldChg>
      <pc:sldChg chg="add del">
        <pc:chgData name="Dr. Kesava Pillai" userId="f8a76550-033e-4967-ba67-525990afc495" providerId="ADAL" clId="{64077C69-D8D4-4C45-B7DB-8721C5A4F8CA}" dt="2024-08-21T03:58:04.661" v="4027" actId="47"/>
        <pc:sldMkLst>
          <pc:docMk/>
          <pc:sldMk cId="0" sldId="323"/>
        </pc:sldMkLst>
      </pc:sldChg>
      <pc:sldChg chg="add del">
        <pc:chgData name="Dr. Kesava Pillai" userId="f8a76550-033e-4967-ba67-525990afc495" providerId="ADAL" clId="{64077C69-D8D4-4C45-B7DB-8721C5A4F8CA}" dt="2024-08-21T03:58:04.661" v="4027" actId="47"/>
        <pc:sldMkLst>
          <pc:docMk/>
          <pc:sldMk cId="0" sldId="324"/>
        </pc:sldMkLst>
      </pc:sldChg>
      <pc:sldChg chg="add del">
        <pc:chgData name="Dr. Kesava Pillai" userId="f8a76550-033e-4967-ba67-525990afc495" providerId="ADAL" clId="{64077C69-D8D4-4C45-B7DB-8721C5A4F8CA}" dt="2024-08-21T03:58:04.661" v="4027" actId="47"/>
        <pc:sldMkLst>
          <pc:docMk/>
          <pc:sldMk cId="0" sldId="325"/>
        </pc:sldMkLst>
      </pc:sldChg>
      <pc:sldChg chg="add del">
        <pc:chgData name="Dr. Kesava Pillai" userId="f8a76550-033e-4967-ba67-525990afc495" providerId="ADAL" clId="{64077C69-D8D4-4C45-B7DB-8721C5A4F8CA}" dt="2024-08-21T03:58:04.661" v="4027" actId="47"/>
        <pc:sldMkLst>
          <pc:docMk/>
          <pc:sldMk cId="0" sldId="326"/>
        </pc:sldMkLst>
      </pc:sldChg>
      <pc:sldChg chg="add del">
        <pc:chgData name="Dr. Kesava Pillai" userId="f8a76550-033e-4967-ba67-525990afc495" providerId="ADAL" clId="{64077C69-D8D4-4C45-B7DB-8721C5A4F8CA}" dt="2024-08-21T03:58:04.661" v="4027" actId="47"/>
        <pc:sldMkLst>
          <pc:docMk/>
          <pc:sldMk cId="0" sldId="327"/>
        </pc:sldMkLst>
      </pc:sldChg>
      <pc:sldChg chg="add del">
        <pc:chgData name="Dr. Kesava Pillai" userId="f8a76550-033e-4967-ba67-525990afc495" providerId="ADAL" clId="{64077C69-D8D4-4C45-B7DB-8721C5A4F8CA}" dt="2024-08-21T03:58:04.661" v="4027" actId="47"/>
        <pc:sldMkLst>
          <pc:docMk/>
          <pc:sldMk cId="0" sldId="328"/>
        </pc:sldMkLst>
      </pc:sldChg>
      <pc:sldChg chg="add del">
        <pc:chgData name="Dr. Kesava Pillai" userId="f8a76550-033e-4967-ba67-525990afc495" providerId="ADAL" clId="{64077C69-D8D4-4C45-B7DB-8721C5A4F8CA}" dt="2024-08-21T03:58:04.661" v="4027" actId="47"/>
        <pc:sldMkLst>
          <pc:docMk/>
          <pc:sldMk cId="0" sldId="329"/>
        </pc:sldMkLst>
      </pc:sldChg>
      <pc:sldChg chg="add del">
        <pc:chgData name="Dr. Kesava Pillai" userId="f8a76550-033e-4967-ba67-525990afc495" providerId="ADAL" clId="{64077C69-D8D4-4C45-B7DB-8721C5A4F8CA}" dt="2024-08-21T03:58:04.661" v="4027" actId="47"/>
        <pc:sldMkLst>
          <pc:docMk/>
          <pc:sldMk cId="0" sldId="330"/>
        </pc:sldMkLst>
      </pc:sldChg>
      <pc:sldChg chg="add del">
        <pc:chgData name="Dr. Kesava Pillai" userId="f8a76550-033e-4967-ba67-525990afc495" providerId="ADAL" clId="{64077C69-D8D4-4C45-B7DB-8721C5A4F8CA}" dt="2024-08-21T03:58:04.661" v="4027" actId="47"/>
        <pc:sldMkLst>
          <pc:docMk/>
          <pc:sldMk cId="0" sldId="332"/>
        </pc:sldMkLst>
      </pc:sldChg>
      <pc:sldChg chg="add del">
        <pc:chgData name="Dr. Kesava Pillai" userId="f8a76550-033e-4967-ba67-525990afc495" providerId="ADAL" clId="{64077C69-D8D4-4C45-B7DB-8721C5A4F8CA}" dt="2024-08-21T03:58:04.661" v="4027" actId="47"/>
        <pc:sldMkLst>
          <pc:docMk/>
          <pc:sldMk cId="0" sldId="333"/>
        </pc:sldMkLst>
      </pc:sldChg>
      <pc:sldChg chg="add del">
        <pc:chgData name="Dr. Kesava Pillai" userId="f8a76550-033e-4967-ba67-525990afc495" providerId="ADAL" clId="{64077C69-D8D4-4C45-B7DB-8721C5A4F8CA}" dt="2024-08-21T03:58:04.661" v="4027" actId="47"/>
        <pc:sldMkLst>
          <pc:docMk/>
          <pc:sldMk cId="0" sldId="334"/>
        </pc:sldMkLst>
      </pc:sldChg>
      <pc:sldChg chg="add del">
        <pc:chgData name="Dr. Kesava Pillai" userId="f8a76550-033e-4967-ba67-525990afc495" providerId="ADAL" clId="{64077C69-D8D4-4C45-B7DB-8721C5A4F8CA}" dt="2024-08-21T03:58:04.661" v="4027" actId="47"/>
        <pc:sldMkLst>
          <pc:docMk/>
          <pc:sldMk cId="0" sldId="335"/>
        </pc:sldMkLst>
      </pc:sldChg>
      <pc:sldChg chg="addSp delSp modSp add mod">
        <pc:chgData name="Dr. Kesava Pillai" userId="f8a76550-033e-4967-ba67-525990afc495" providerId="ADAL" clId="{64077C69-D8D4-4C45-B7DB-8721C5A4F8CA}" dt="2024-08-21T04:03:21.172" v="4088" actId="2710"/>
        <pc:sldMkLst>
          <pc:docMk/>
          <pc:sldMk cId="0" sldId="336"/>
        </pc:sldMkLst>
        <pc:spChg chg="add mod">
          <ac:chgData name="Dr. Kesava Pillai" userId="f8a76550-033e-4967-ba67-525990afc495" providerId="ADAL" clId="{64077C69-D8D4-4C45-B7DB-8721C5A4F8CA}" dt="2024-08-21T04:03:21.172" v="4088" actId="2710"/>
          <ac:spMkLst>
            <pc:docMk/>
            <pc:sldMk cId="0" sldId="336"/>
            <ac:spMk id="2" creationId="{765277EF-8762-52A5-52A6-B77EFEF70971}"/>
          </ac:spMkLst>
        </pc:spChg>
        <pc:spChg chg="del mod">
          <ac:chgData name="Dr. Kesava Pillai" userId="f8a76550-033e-4967-ba67-525990afc495" providerId="ADAL" clId="{64077C69-D8D4-4C45-B7DB-8721C5A4F8CA}" dt="2024-08-21T03:58:56.684" v="4031" actId="478"/>
          <ac:spMkLst>
            <pc:docMk/>
            <pc:sldMk cId="0" sldId="336"/>
            <ac:spMk id="5" creationId="{FA1DF384-0220-89F5-34D5-A29E2F426F26}"/>
          </ac:spMkLst>
        </pc:spChg>
      </pc:sldChg>
      <pc:sldChg chg="modSp new mod">
        <pc:chgData name="Dr. Kesava Pillai" userId="f8a76550-033e-4967-ba67-525990afc495" providerId="ADAL" clId="{64077C69-D8D4-4C45-B7DB-8721C5A4F8CA}" dt="2024-08-20T03:45:27.311" v="1044" actId="20578"/>
        <pc:sldMkLst>
          <pc:docMk/>
          <pc:sldMk cId="370764377" sldId="337"/>
        </pc:sldMkLst>
        <pc:spChg chg="mod">
          <ac:chgData name="Dr. Kesava Pillai" userId="f8a76550-033e-4967-ba67-525990afc495" providerId="ADAL" clId="{64077C69-D8D4-4C45-B7DB-8721C5A4F8CA}" dt="2024-08-20T03:45:27.311" v="1044" actId="20578"/>
          <ac:spMkLst>
            <pc:docMk/>
            <pc:sldMk cId="370764377" sldId="337"/>
            <ac:spMk id="2" creationId="{ADF3A0E6-B47D-5075-57C3-1294D68FE9E1}"/>
          </ac:spMkLst>
        </pc:spChg>
        <pc:spChg chg="mod">
          <ac:chgData name="Dr. Kesava Pillai" userId="f8a76550-033e-4967-ba67-525990afc495" providerId="ADAL" clId="{64077C69-D8D4-4C45-B7DB-8721C5A4F8CA}" dt="2024-08-20T03:25:17.842" v="652" actId="108"/>
          <ac:spMkLst>
            <pc:docMk/>
            <pc:sldMk cId="370764377" sldId="337"/>
            <ac:spMk id="3" creationId="{D726D44A-20F5-3B8B-7E8F-8BAF19482810}"/>
          </ac:spMkLst>
        </pc:spChg>
      </pc:sldChg>
      <pc:sldChg chg="addSp delSp modSp new mod setBg">
        <pc:chgData name="Dr. Kesava Pillai" userId="f8a76550-033e-4967-ba67-525990afc495" providerId="ADAL" clId="{64077C69-D8D4-4C45-B7DB-8721C5A4F8CA}" dt="2024-08-20T09:03:45.197" v="2841" actId="207"/>
        <pc:sldMkLst>
          <pc:docMk/>
          <pc:sldMk cId="2616859187" sldId="338"/>
        </pc:sldMkLst>
        <pc:spChg chg="mod">
          <ac:chgData name="Dr. Kesava Pillai" userId="f8a76550-033e-4967-ba67-525990afc495" providerId="ADAL" clId="{64077C69-D8D4-4C45-B7DB-8721C5A4F8CA}" dt="2024-08-20T09:03:45.197" v="2841" actId="207"/>
          <ac:spMkLst>
            <pc:docMk/>
            <pc:sldMk cId="2616859187" sldId="338"/>
            <ac:spMk id="2" creationId="{DB4FD66B-0A62-B2EF-B83F-C569CE1413E1}"/>
          </ac:spMkLst>
        </pc:spChg>
        <pc:spChg chg="del">
          <ac:chgData name="Dr. Kesava Pillai" userId="f8a76550-033e-4967-ba67-525990afc495" providerId="ADAL" clId="{64077C69-D8D4-4C45-B7DB-8721C5A4F8CA}" dt="2024-08-20T08:21:55.649" v="2138"/>
          <ac:spMkLst>
            <pc:docMk/>
            <pc:sldMk cId="2616859187" sldId="338"/>
            <ac:spMk id="3" creationId="{1B0E7936-6472-F7D8-0A88-EA2CB8C933C1}"/>
          </ac:spMkLst>
        </pc:spChg>
        <pc:spChg chg="add del">
          <ac:chgData name="Dr. Kesava Pillai" userId="f8a76550-033e-4967-ba67-525990afc495" providerId="ADAL" clId="{64077C69-D8D4-4C45-B7DB-8721C5A4F8CA}" dt="2024-08-20T08:01:04.415" v="1775"/>
          <ac:spMkLst>
            <pc:docMk/>
            <pc:sldMk cId="2616859187" sldId="338"/>
            <ac:spMk id="4" creationId="{C1722AA9-443E-79A6-23B6-1377D39CCD71}"/>
          </ac:spMkLst>
        </pc:spChg>
        <pc:spChg chg="add del">
          <ac:chgData name="Dr. Kesava Pillai" userId="f8a76550-033e-4967-ba67-525990afc495" providerId="ADAL" clId="{64077C69-D8D4-4C45-B7DB-8721C5A4F8CA}" dt="2024-08-20T08:01:04.415" v="1775"/>
          <ac:spMkLst>
            <pc:docMk/>
            <pc:sldMk cId="2616859187" sldId="338"/>
            <ac:spMk id="5" creationId="{7F3E266F-D0A1-FBE4-95FF-EFE82EECF35C}"/>
          </ac:spMkLst>
        </pc:spChg>
        <pc:spChg chg="add mod">
          <ac:chgData name="Dr. Kesava Pillai" userId="f8a76550-033e-4967-ba67-525990afc495" providerId="ADAL" clId="{64077C69-D8D4-4C45-B7DB-8721C5A4F8CA}" dt="2024-08-20T08:22:04.057" v="2139" actId="1076"/>
          <ac:spMkLst>
            <pc:docMk/>
            <pc:sldMk cId="2616859187" sldId="338"/>
            <ac:spMk id="6" creationId="{AEF724AD-72D7-F06E-ECCB-4251D522F291}"/>
          </ac:spMkLst>
        </pc:spChg>
        <pc:picChg chg="add del">
          <ac:chgData name="Dr. Kesava Pillai" userId="f8a76550-033e-4967-ba67-525990afc495" providerId="ADAL" clId="{64077C69-D8D4-4C45-B7DB-8721C5A4F8CA}" dt="2024-08-20T08:01:04.415" v="1775"/>
          <ac:picMkLst>
            <pc:docMk/>
            <pc:sldMk cId="2616859187" sldId="338"/>
            <ac:picMk id="1027" creationId="{0393CC64-86C8-BB2B-7FC4-0839AF2AC6ED}"/>
          </ac:picMkLst>
        </pc:picChg>
        <pc:picChg chg="add del">
          <ac:chgData name="Dr. Kesava Pillai" userId="f8a76550-033e-4967-ba67-525990afc495" providerId="ADAL" clId="{64077C69-D8D4-4C45-B7DB-8721C5A4F8CA}" dt="2024-08-20T08:01:04.415" v="1775"/>
          <ac:picMkLst>
            <pc:docMk/>
            <pc:sldMk cId="2616859187" sldId="338"/>
            <ac:picMk id="1028" creationId="{D3D26C14-12D7-E6D7-5085-DFBD71EC93B6}"/>
          </ac:picMkLst>
        </pc:picChg>
        <pc:picChg chg="add del">
          <ac:chgData name="Dr. Kesava Pillai" userId="f8a76550-033e-4967-ba67-525990afc495" providerId="ADAL" clId="{64077C69-D8D4-4C45-B7DB-8721C5A4F8CA}" dt="2024-08-20T08:01:04.415" v="1775"/>
          <ac:picMkLst>
            <pc:docMk/>
            <pc:sldMk cId="2616859187" sldId="338"/>
            <ac:picMk id="1029" creationId="{5A283E90-B51E-41B4-CBFF-D67E5216E567}"/>
          </ac:picMkLst>
        </pc:picChg>
        <pc:picChg chg="add del">
          <ac:chgData name="Dr. Kesava Pillai" userId="f8a76550-033e-4967-ba67-525990afc495" providerId="ADAL" clId="{64077C69-D8D4-4C45-B7DB-8721C5A4F8CA}" dt="2024-08-20T08:01:04.415" v="1775"/>
          <ac:picMkLst>
            <pc:docMk/>
            <pc:sldMk cId="2616859187" sldId="338"/>
            <ac:picMk id="1030" creationId="{7A5D25F6-ACD2-59F0-E45B-C719BADEE42E}"/>
          </ac:picMkLst>
        </pc:picChg>
        <pc:picChg chg="add del">
          <ac:chgData name="Dr. Kesava Pillai" userId="f8a76550-033e-4967-ba67-525990afc495" providerId="ADAL" clId="{64077C69-D8D4-4C45-B7DB-8721C5A4F8CA}" dt="2024-08-20T08:01:04.415" v="1775"/>
          <ac:picMkLst>
            <pc:docMk/>
            <pc:sldMk cId="2616859187" sldId="338"/>
            <ac:picMk id="1031" creationId="{0ABB28EF-E7F3-11C6-B94D-E036F0652868}"/>
          </ac:picMkLst>
        </pc:picChg>
        <pc:picChg chg="add del">
          <ac:chgData name="Dr. Kesava Pillai" userId="f8a76550-033e-4967-ba67-525990afc495" providerId="ADAL" clId="{64077C69-D8D4-4C45-B7DB-8721C5A4F8CA}" dt="2024-08-20T08:01:04.415" v="1775"/>
          <ac:picMkLst>
            <pc:docMk/>
            <pc:sldMk cId="2616859187" sldId="338"/>
            <ac:picMk id="1032" creationId="{A13E4EE7-0C90-8229-D6C0-C1AAADC86EFE}"/>
          </ac:picMkLst>
        </pc:picChg>
        <pc:picChg chg="add del">
          <ac:chgData name="Dr. Kesava Pillai" userId="f8a76550-033e-4967-ba67-525990afc495" providerId="ADAL" clId="{64077C69-D8D4-4C45-B7DB-8721C5A4F8CA}" dt="2024-08-20T08:01:04.415" v="1775"/>
          <ac:picMkLst>
            <pc:docMk/>
            <pc:sldMk cId="2616859187" sldId="338"/>
            <ac:picMk id="1033" creationId="{9B246AB0-8895-40B5-5BFE-D726252FEBE5}"/>
          </ac:picMkLst>
        </pc:picChg>
        <pc:picChg chg="add del">
          <ac:chgData name="Dr. Kesava Pillai" userId="f8a76550-033e-4967-ba67-525990afc495" providerId="ADAL" clId="{64077C69-D8D4-4C45-B7DB-8721C5A4F8CA}" dt="2024-08-20T08:01:04.415" v="1775"/>
          <ac:picMkLst>
            <pc:docMk/>
            <pc:sldMk cId="2616859187" sldId="338"/>
            <ac:picMk id="1034" creationId="{E43A5000-1FE8-D1D0-F817-A824FC1A5F2E}"/>
          </ac:picMkLst>
        </pc:picChg>
        <pc:picChg chg="add del">
          <ac:chgData name="Dr. Kesava Pillai" userId="f8a76550-033e-4967-ba67-525990afc495" providerId="ADAL" clId="{64077C69-D8D4-4C45-B7DB-8721C5A4F8CA}" dt="2024-08-20T08:01:04.415" v="1775"/>
          <ac:picMkLst>
            <pc:docMk/>
            <pc:sldMk cId="2616859187" sldId="338"/>
            <ac:picMk id="1035" creationId="{A2D45449-307F-BCED-33C5-7DDC0721F326}"/>
          </ac:picMkLst>
        </pc:picChg>
        <pc:picChg chg="add del">
          <ac:chgData name="Dr. Kesava Pillai" userId="f8a76550-033e-4967-ba67-525990afc495" providerId="ADAL" clId="{64077C69-D8D4-4C45-B7DB-8721C5A4F8CA}" dt="2024-08-20T08:01:04.415" v="1775"/>
          <ac:picMkLst>
            <pc:docMk/>
            <pc:sldMk cId="2616859187" sldId="338"/>
            <ac:picMk id="1036" creationId="{9816957C-59B4-776A-B322-1A9C37F8BBE2}"/>
          </ac:picMkLst>
        </pc:picChg>
        <pc:picChg chg="add del">
          <ac:chgData name="Dr. Kesava Pillai" userId="f8a76550-033e-4967-ba67-525990afc495" providerId="ADAL" clId="{64077C69-D8D4-4C45-B7DB-8721C5A4F8CA}" dt="2024-08-20T08:01:04.415" v="1775"/>
          <ac:picMkLst>
            <pc:docMk/>
            <pc:sldMk cId="2616859187" sldId="338"/>
            <ac:picMk id="1037" creationId="{39A9132A-4568-0044-5F9E-2F9C11BC1938}"/>
          </ac:picMkLst>
        </pc:picChg>
      </pc:sldChg>
      <pc:sldChg chg="addSp delSp modSp new mod">
        <pc:chgData name="Dr. Kesava Pillai" userId="f8a76550-033e-4967-ba67-525990afc495" providerId="ADAL" clId="{64077C69-D8D4-4C45-B7DB-8721C5A4F8CA}" dt="2024-08-20T09:09:14.295" v="2891" actId="113"/>
        <pc:sldMkLst>
          <pc:docMk/>
          <pc:sldMk cId="4169096414" sldId="339"/>
        </pc:sldMkLst>
        <pc:spChg chg="mod">
          <ac:chgData name="Dr. Kesava Pillai" userId="f8a76550-033e-4967-ba67-525990afc495" providerId="ADAL" clId="{64077C69-D8D4-4C45-B7DB-8721C5A4F8CA}" dt="2024-08-20T09:09:14.295" v="2891" actId="113"/>
          <ac:spMkLst>
            <pc:docMk/>
            <pc:sldMk cId="4169096414" sldId="339"/>
            <ac:spMk id="2" creationId="{DF63F7EE-32D2-DFF7-BD07-191EF0F3D7AD}"/>
          </ac:spMkLst>
        </pc:spChg>
        <pc:spChg chg="del">
          <ac:chgData name="Dr. Kesava Pillai" userId="f8a76550-033e-4967-ba67-525990afc495" providerId="ADAL" clId="{64077C69-D8D4-4C45-B7DB-8721C5A4F8CA}" dt="2024-08-20T08:49:34.455" v="2751" actId="478"/>
          <ac:spMkLst>
            <pc:docMk/>
            <pc:sldMk cId="4169096414" sldId="339"/>
            <ac:spMk id="3" creationId="{679E9E4A-4A5E-2A02-07FB-9915E0FAA000}"/>
          </ac:spMkLst>
        </pc:spChg>
        <pc:spChg chg="add mod">
          <ac:chgData name="Dr. Kesava Pillai" userId="f8a76550-033e-4967-ba67-525990afc495" providerId="ADAL" clId="{64077C69-D8D4-4C45-B7DB-8721C5A4F8CA}" dt="2024-08-20T08:49:46.169" v="2752"/>
          <ac:spMkLst>
            <pc:docMk/>
            <pc:sldMk cId="4169096414" sldId="339"/>
            <ac:spMk id="4" creationId="{ACE606E0-2AEE-1DBF-7317-38D04B2787AD}"/>
          </ac:spMkLst>
        </pc:spChg>
      </pc:sldChg>
      <pc:sldChg chg="addSp delSp modSp new mod">
        <pc:chgData name="Dr. Kesava Pillai" userId="f8a76550-033e-4967-ba67-525990afc495" providerId="ADAL" clId="{64077C69-D8D4-4C45-B7DB-8721C5A4F8CA}" dt="2024-08-20T09:03:50.517" v="2842" actId="207"/>
        <pc:sldMkLst>
          <pc:docMk/>
          <pc:sldMk cId="3498148905" sldId="340"/>
        </pc:sldMkLst>
        <pc:spChg chg="mod">
          <ac:chgData name="Dr. Kesava Pillai" userId="f8a76550-033e-4967-ba67-525990afc495" providerId="ADAL" clId="{64077C69-D8D4-4C45-B7DB-8721C5A4F8CA}" dt="2024-08-20T09:03:50.517" v="2842" actId="207"/>
          <ac:spMkLst>
            <pc:docMk/>
            <pc:sldMk cId="3498148905" sldId="340"/>
            <ac:spMk id="2" creationId="{B60069C5-A690-1A3A-EC0F-54BDE1348841}"/>
          </ac:spMkLst>
        </pc:spChg>
        <pc:spChg chg="del">
          <ac:chgData name="Dr. Kesava Pillai" userId="f8a76550-033e-4967-ba67-525990afc495" providerId="ADAL" clId="{64077C69-D8D4-4C45-B7DB-8721C5A4F8CA}" dt="2024-08-20T09:01:10.513" v="2836"/>
          <ac:spMkLst>
            <pc:docMk/>
            <pc:sldMk cId="3498148905" sldId="340"/>
            <ac:spMk id="3" creationId="{8FB7F129-57DD-E83E-8A96-0A4E5A106F7A}"/>
          </ac:spMkLst>
        </pc:spChg>
        <pc:spChg chg="add mod">
          <ac:chgData name="Dr. Kesava Pillai" userId="f8a76550-033e-4967-ba67-525990afc495" providerId="ADAL" clId="{64077C69-D8D4-4C45-B7DB-8721C5A4F8CA}" dt="2024-08-20T09:01:16.691" v="2837" actId="1076"/>
          <ac:spMkLst>
            <pc:docMk/>
            <pc:sldMk cId="3498148905" sldId="340"/>
            <ac:spMk id="4" creationId="{C6093242-9B71-990C-5A3C-6EA73BD0B4EF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63500" y="109538"/>
            <a:ext cx="6794500" cy="3016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 anchor="ctr">
            <a:spAutoFit/>
          </a:bodyPr>
          <a:lstStyle/>
          <a:p>
            <a:pPr algn="ctr" eaLnBrk="0" hangingPunct="0"/>
            <a:r>
              <a:rPr lang="en-US" sz="1400">
                <a:latin typeface="Book Antiqua" pitchFamily="18" charset="0"/>
              </a:rPr>
              <a:t>Asia Pacific University College of Technology and Innovation</a:t>
            </a:r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6388100" y="9366250"/>
            <a:ext cx="406400" cy="3016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 anchor="ctr">
            <a:spAutoFit/>
          </a:bodyPr>
          <a:lstStyle/>
          <a:p>
            <a:pPr algn="r" eaLnBrk="0" hangingPunct="0"/>
            <a:fld id="{E0BE0E5F-D081-4A70-B06D-6075F5B14593}" type="slidenum">
              <a:rPr lang="en-US" sz="1400">
                <a:latin typeface="Book Antiqua" pitchFamily="18" charset="0"/>
              </a:rPr>
              <a:pPr algn="r" eaLnBrk="0" hangingPunct="0"/>
              <a:t>‹#›</a:t>
            </a:fld>
            <a:endParaRPr lang="en-US" sz="1400">
              <a:latin typeface="Book Antiqu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28911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648200"/>
            <a:ext cx="5029200" cy="411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notes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51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4175" y="854075"/>
            <a:ext cx="6089650" cy="34258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</p:sp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63500" y="109538"/>
            <a:ext cx="6794500" cy="3016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 anchor="ctr">
            <a:spAutoFit/>
          </a:bodyPr>
          <a:lstStyle/>
          <a:p>
            <a:pPr algn="ctr" eaLnBrk="0" hangingPunct="0"/>
            <a:r>
              <a:rPr lang="en-US" sz="1400">
                <a:latin typeface="Book Antiqua" pitchFamily="18" charset="0"/>
              </a:rPr>
              <a:t>Asia Pacific University College of Technology and Innovation</a:t>
            </a:r>
          </a:p>
        </p:txBody>
      </p:sp>
      <p:sp>
        <p:nvSpPr>
          <p:cNvPr id="2053" name="Rectangle 5"/>
          <p:cNvSpPr>
            <a:spLocks noChangeArrowheads="1"/>
          </p:cNvSpPr>
          <p:nvPr/>
        </p:nvSpPr>
        <p:spPr bwMode="auto">
          <a:xfrm>
            <a:off x="6388100" y="9366250"/>
            <a:ext cx="406400" cy="3016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 anchor="ctr">
            <a:spAutoFit/>
          </a:bodyPr>
          <a:lstStyle/>
          <a:p>
            <a:pPr algn="r" eaLnBrk="0" hangingPunct="0"/>
            <a:fld id="{F90BE68C-48B3-4FF4-AD81-B9C905297116}" type="slidenum">
              <a:rPr lang="en-US" sz="1400">
                <a:latin typeface="Book Antiqua" pitchFamily="18" charset="0"/>
              </a:rPr>
              <a:pPr algn="r" eaLnBrk="0" hangingPunct="0"/>
              <a:t>‹#›</a:t>
            </a:fld>
            <a:endParaRPr lang="en-US" sz="1400">
              <a:latin typeface="Book Antiqu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566437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C10929B7-FF89-BEA6-0712-3DCD83B1A46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BFAF3AD-DF2C-480C-A971-772B56858410}" type="slidenum">
              <a:rPr lang="en-US" altLang="en-US" smtClean="0"/>
              <a:pPr>
                <a:spcBef>
                  <a:spcPct val="0"/>
                </a:spcBef>
              </a:pPr>
              <a:t>2</a:t>
            </a:fld>
            <a:endParaRPr lang="en-US" altLang="en-US"/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7D73947F-D194-AAD6-B68F-57A3CE28215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4175" y="854075"/>
            <a:ext cx="6089650" cy="3425825"/>
          </a:xfrm>
          <a:ln/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3D85E9F6-94EE-D78D-442E-B7C574DB2F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>
            <a:extLst>
              <a:ext uri="{FF2B5EF4-FFF2-40B4-BE49-F238E27FC236}">
                <a16:creationId xmlns:a16="http://schemas.microsoft.com/office/drawing/2014/main" id="{C28B4C39-149B-929C-113F-C22B8B2602F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CB19C46-FF93-4018-B7AA-A44A83BDA9CD}" type="slidenum">
              <a:rPr lang="en-US" altLang="en-US" smtClean="0"/>
              <a:pPr>
                <a:spcBef>
                  <a:spcPct val="0"/>
                </a:spcBef>
              </a:pPr>
              <a:t>3</a:t>
            </a:fld>
            <a:endParaRPr lang="en-US" altLang="en-US"/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9F550191-E628-452C-5F0A-225DEC2D452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4175" y="854075"/>
            <a:ext cx="6089650" cy="3425825"/>
          </a:xfrm>
          <a:ln/>
        </p:spPr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15315ED0-AA23-C313-34F1-257C64BBA0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>
            <a:extLst>
              <a:ext uri="{FF2B5EF4-FFF2-40B4-BE49-F238E27FC236}">
                <a16:creationId xmlns:a16="http://schemas.microsoft.com/office/drawing/2014/main" id="{FCD767A2-216E-1980-B978-90073A646A4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D72EE8C-64BD-4600-8EB5-D26B9CA95EF4}" type="slidenum">
              <a:rPr lang="en-US" altLang="en-US" smtClean="0"/>
              <a:pPr>
                <a:spcBef>
                  <a:spcPct val="0"/>
                </a:spcBef>
              </a:pPr>
              <a:t>4</a:t>
            </a:fld>
            <a:endParaRPr lang="en-US" altLang="en-US"/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8965EA22-90AA-A38E-0AEE-2BE1B4041E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4175" y="854075"/>
            <a:ext cx="6089650" cy="3425825"/>
          </a:xfrm>
          <a:ln/>
        </p:spPr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620D0AF4-97E7-5A40-2062-C7DCE7FC7F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>
            <a:extLst>
              <a:ext uri="{FF2B5EF4-FFF2-40B4-BE49-F238E27FC236}">
                <a16:creationId xmlns:a16="http://schemas.microsoft.com/office/drawing/2014/main" id="{0DEEB189-8A08-A61F-C2DB-51CDC31A05A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8F71FDB-1174-4A2E-A6CD-299CF9A5D671}" type="slidenum">
              <a:rPr lang="en-US" altLang="en-US" smtClean="0"/>
              <a:pPr>
                <a:spcBef>
                  <a:spcPct val="0"/>
                </a:spcBef>
              </a:pPr>
              <a:t>16</a:t>
            </a:fld>
            <a:endParaRPr lang="en-US" altLang="en-US"/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AB5C94C6-D48D-0E06-E6AE-AFAA3C828B9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4175" y="854075"/>
            <a:ext cx="6089650" cy="3425825"/>
          </a:xfrm>
          <a:ln/>
        </p:spPr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C71C47DB-AB4E-7FCA-4F9E-165A11FBC5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>
            <a:extLst>
              <a:ext uri="{FF2B5EF4-FFF2-40B4-BE49-F238E27FC236}">
                <a16:creationId xmlns:a16="http://schemas.microsoft.com/office/drawing/2014/main" id="{638DF3E0-0EE6-37B7-AD30-7CB295F09DD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24B3D20-2B90-47DA-A8B3-1EE7BB79DEC8}" type="slidenum">
              <a:rPr lang="en-US" altLang="en-US" smtClean="0"/>
              <a:pPr>
                <a:spcBef>
                  <a:spcPct val="0"/>
                </a:spcBef>
              </a:pPr>
              <a:t>18</a:t>
            </a:fld>
            <a:endParaRPr lang="en-US" altLang="en-US"/>
          </a:p>
        </p:txBody>
      </p:sp>
      <p:sp>
        <p:nvSpPr>
          <p:cNvPr id="79875" name="Rectangle 2">
            <a:extLst>
              <a:ext uri="{FF2B5EF4-FFF2-40B4-BE49-F238E27FC236}">
                <a16:creationId xmlns:a16="http://schemas.microsoft.com/office/drawing/2014/main" id="{51006854-771D-41EE-671F-A013C9D64D5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4175" y="854075"/>
            <a:ext cx="6089650" cy="3425825"/>
          </a:xfrm>
          <a:ln/>
        </p:spPr>
      </p:sp>
      <p:sp>
        <p:nvSpPr>
          <p:cNvPr id="79876" name="Rectangle 3">
            <a:extLst>
              <a:ext uri="{FF2B5EF4-FFF2-40B4-BE49-F238E27FC236}">
                <a16:creationId xmlns:a16="http://schemas.microsoft.com/office/drawing/2014/main" id="{1993EF9D-6FE4-1E80-7E1A-934C750E20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6E87F31-FA75-006F-00CD-B701AA25BEB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567" b="5568"/>
          <a:stretch/>
        </p:blipFill>
        <p:spPr>
          <a:xfrm flipH="1" flipV="1">
            <a:off x="-1" y="1"/>
            <a:ext cx="12191999" cy="6858000"/>
          </a:xfrm>
          <a:prstGeom prst="rect">
            <a:avLst/>
          </a:prstGeom>
        </p:spPr>
      </p:pic>
      <p:sp>
        <p:nvSpPr>
          <p:cNvPr id="870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896608" y="2200278"/>
            <a:ext cx="9006416" cy="1470025"/>
          </a:xfrm>
        </p:spPr>
        <p:txBody>
          <a:bodyPr/>
          <a:lstStyle>
            <a:lvl1pPr algn="r">
              <a:defRPr>
                <a:solidFill>
                  <a:schemeClr val="accent5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970207" y="3879851"/>
            <a:ext cx="6913767" cy="1752600"/>
          </a:xfrm>
        </p:spPr>
        <p:txBody>
          <a:bodyPr/>
          <a:lstStyle>
            <a:lvl1pPr marL="0" indent="0" algn="r">
              <a:buFontTx/>
              <a:buNone/>
              <a:defRPr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pic>
        <p:nvPicPr>
          <p:cNvPr id="7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A01C7C8E-F6F3-0FA5-D100-E4D2210601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5" y="229077"/>
            <a:ext cx="1254699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310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5900D48-6E21-4217-3CC3-BFF1E0D9186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567" b="5568"/>
          <a:stretch/>
        </p:blipFill>
        <p:spPr>
          <a:xfrm flipH="1" flipV="1">
            <a:off x="-1" y="1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r">
              <a:defRPr sz="2250" b="1" cap="all"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 algn="r">
              <a:buNone/>
              <a:defRPr sz="1875">
                <a:solidFill>
                  <a:schemeClr val="bg1"/>
                </a:solidFill>
              </a:defRPr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3079C5E1-25DB-A4A6-EC23-BE511C9604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5" y="229077"/>
            <a:ext cx="1254699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057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outdoor object, honeycomb&#10;&#10;Description automatically generated">
            <a:extLst>
              <a:ext uri="{FF2B5EF4-FFF2-40B4-BE49-F238E27FC236}">
                <a16:creationId xmlns:a16="http://schemas.microsoft.com/office/drawing/2014/main" id="{E2BECE40-B9F8-5238-73EB-2221EFFF705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4734"/>
          <a:stretch/>
        </p:blipFill>
        <p:spPr>
          <a:xfrm>
            <a:off x="0" y="-87085"/>
            <a:ext cx="12192000" cy="66185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6685" y="127004"/>
            <a:ext cx="9821031" cy="1362075"/>
          </a:xfrm>
        </p:spPr>
        <p:txBody>
          <a:bodyPr anchor="b"/>
          <a:lstStyle>
            <a:lvl1pPr algn="l">
              <a:defRPr sz="2250" b="1" cap="all"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6685" y="1589577"/>
            <a:ext cx="9821031" cy="1500187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bg1"/>
                </a:solidFill>
              </a:defRPr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3079C5E1-25DB-A4A6-EC23-BE511C9604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5" y="229077"/>
            <a:ext cx="1254699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4397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08C35BC7-E310-108C-B8C4-672091E1D31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589575"/>
            <a:ext cx="12192000" cy="282416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r>
              <a:rPr lang="en-US"/>
              <a:t>Click icon to add picture</a:t>
            </a:r>
            <a:endParaRPr lang="en-MY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6685" y="3685882"/>
            <a:ext cx="9821031" cy="1362075"/>
          </a:xfrm>
        </p:spPr>
        <p:txBody>
          <a:bodyPr anchor="b"/>
          <a:lstStyle>
            <a:lvl1pPr algn="l">
              <a:defRPr sz="2250" b="1" cap="all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6685" y="5148455"/>
            <a:ext cx="9821031" cy="1500187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32937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Section Header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6685" y="3685882"/>
            <a:ext cx="9821031" cy="1362075"/>
          </a:xfrm>
        </p:spPr>
        <p:txBody>
          <a:bodyPr anchor="b"/>
          <a:lstStyle>
            <a:lvl1pPr algn="l">
              <a:defRPr sz="2250" b="1" cap="all"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6685" y="5148455"/>
            <a:ext cx="9821031" cy="1500187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bg1"/>
                </a:solidFill>
              </a:defRPr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782A26D2-4216-FF76-6392-C88F8808F07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589575"/>
            <a:ext cx="12192000" cy="282416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r>
              <a:rPr lang="en-US"/>
              <a:t>Click icon to add picture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444445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10B0135-B9A4-80F3-C5A0-025E6765426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ctr">
              <a:defRPr sz="2250" b="1" cap="all"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 algn="ctr">
              <a:buNone/>
              <a:defRPr sz="1875">
                <a:solidFill>
                  <a:schemeClr val="bg1"/>
                </a:solidFill>
              </a:defRPr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48158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10B0135-B9A4-80F3-C5A0-025E6765426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CF2E1CC-7F1D-6CF8-6A38-2EE36FC97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685" y="127004"/>
            <a:ext cx="9349316" cy="1362075"/>
          </a:xfrm>
        </p:spPr>
        <p:txBody>
          <a:bodyPr anchor="b"/>
          <a:lstStyle>
            <a:lvl1pPr algn="l">
              <a:defRPr sz="2250" b="1" cap="all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C71BCF8-2B27-BEA0-B962-D2EE1DB651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6685" y="1589577"/>
            <a:ext cx="9349316" cy="1500187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accent6"/>
                </a:solidFill>
              </a:defRPr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42143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8F54A5F-F810-96A4-5910-A7F80EDAE6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33269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8F54A5F-F810-96A4-5910-A7F80EDAE6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altLang="en-US"/>
              <a:t>Click to edit Master title style</a:t>
            </a: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583259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>
            <a:extLst>
              <a:ext uri="{FF2B5EF4-FFF2-40B4-BE49-F238E27FC236}">
                <a16:creationId xmlns:a16="http://schemas.microsoft.com/office/drawing/2014/main" id="{BBB11AA0-4CFB-DDD2-980D-D195C9DD8A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594426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>
            <a:extLst>
              <a:ext uri="{FF2B5EF4-FFF2-40B4-BE49-F238E27FC236}">
                <a16:creationId xmlns:a16="http://schemas.microsoft.com/office/drawing/2014/main" id="{BBB11AA0-4CFB-DDD2-980D-D195C9DD8A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altLang="en-US"/>
              <a:t>Click to edit Master title style</a:t>
            </a: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9271422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5352" y="1697038"/>
            <a:ext cx="5384800" cy="452596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7817" y="1697038"/>
            <a:ext cx="5384800" cy="452596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980A499-972D-DEC1-0CDD-C8C7AF0063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2505945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5352" y="1697038"/>
            <a:ext cx="5384800" cy="4525962"/>
          </a:xfrm>
        </p:spPr>
        <p:txBody>
          <a:bodyPr/>
          <a:lstStyle>
            <a:lvl1pPr>
              <a:defRPr sz="21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50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7817" y="1697038"/>
            <a:ext cx="5384800" cy="4525962"/>
          </a:xfrm>
        </p:spPr>
        <p:txBody>
          <a:bodyPr/>
          <a:lstStyle>
            <a:lvl1pPr>
              <a:defRPr sz="21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50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980A499-972D-DEC1-0CDD-C8C7AF0063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altLang="en-US"/>
              <a:t>Click to edit Master title style</a:t>
            </a: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3678083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5352" y="1535113"/>
            <a:ext cx="5701165" cy="639762"/>
          </a:xfrm>
        </p:spPr>
        <p:txBody>
          <a:bodyPr anchor="b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5352" y="2174875"/>
            <a:ext cx="5701165" cy="3951288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500">
                <a:solidFill>
                  <a:schemeClr val="tx1"/>
                </a:solidFill>
              </a:defRPr>
            </a:lvl2pPr>
            <a:lvl3pPr>
              <a:defRPr sz="135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500">
                <a:solidFill>
                  <a:schemeClr val="tx1"/>
                </a:solidFill>
              </a:defRPr>
            </a:lvl2pPr>
            <a:lvl3pPr>
              <a:defRPr sz="135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212DAC53-88F1-5536-6538-48E550FD8C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1809585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mparis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5352" y="1535113"/>
            <a:ext cx="5701165" cy="639762"/>
          </a:xfrm>
        </p:spPr>
        <p:txBody>
          <a:bodyPr anchor="b"/>
          <a:lstStyle>
            <a:lvl1pPr marL="0" indent="0">
              <a:buNone/>
              <a:defRPr sz="1800" b="1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5352" y="2174875"/>
            <a:ext cx="5701165" cy="3951288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50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1800" b="1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50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212DAC53-88F1-5536-6538-48E550FD8C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altLang="en-US"/>
              <a:t>Click to edit Master title style</a:t>
            </a: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8807371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66632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72688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95403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Blank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187469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2400">
                <a:solidFill>
                  <a:schemeClr val="tx2"/>
                </a:solidFill>
              </a:defRPr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AA1C13FB-D1A7-194E-A332-391C492A0C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370992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ntent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2400">
                <a:solidFill>
                  <a:schemeClr val="accent5"/>
                </a:solidFill>
              </a:defRPr>
            </a:lvl1pPr>
            <a:lvl2pPr>
              <a:defRPr sz="21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500">
                <a:solidFill>
                  <a:schemeClr val="bg1"/>
                </a:solidFill>
              </a:defRPr>
            </a:lvl4pPr>
            <a:lvl5pPr>
              <a:defRPr sz="1500">
                <a:solidFill>
                  <a:schemeClr val="bg1"/>
                </a:solidFill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050">
                <a:solidFill>
                  <a:schemeClr val="bg2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C3D40C30-8297-E054-688C-7A1636F331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11" y="27044"/>
            <a:ext cx="977179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18804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4907844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5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1500" b="1"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050">
                <a:solidFill>
                  <a:schemeClr val="bg1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8767122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AED5BC53-2816-4210-4970-4FC239BFDB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192213"/>
            <a:ext cx="12192000" cy="282416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r>
              <a:rPr lang="en-US"/>
              <a:t>Click icon to add picture</a:t>
            </a:r>
            <a:endParaRPr lang="en-MY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84F7A2FB-3692-7374-ECE6-3DDD8A007D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3377" y="4213783"/>
            <a:ext cx="11623251" cy="1958419"/>
          </a:xfrm>
        </p:spPr>
        <p:txBody>
          <a:bodyPr/>
          <a:lstStyle>
            <a:lvl1pPr marL="0" indent="0">
              <a:buNone/>
              <a:defRPr sz="1050">
                <a:solidFill>
                  <a:schemeClr val="tx1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447823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AED5BC53-2816-4210-4970-4FC239BFDB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192213"/>
            <a:ext cx="12192000" cy="282416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r>
              <a:rPr lang="en-US"/>
              <a:t>Click icon to add picture</a:t>
            </a:r>
            <a:endParaRPr lang="en-MY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40F80C67-7C47-1046-B1B1-5649F52F2A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3377" y="4213783"/>
            <a:ext cx="11623251" cy="1958419"/>
          </a:xfrm>
        </p:spPr>
        <p:txBody>
          <a:bodyPr/>
          <a:lstStyle>
            <a:lvl1pPr marL="0" indent="0">
              <a:buNone/>
              <a:defRPr sz="1050">
                <a:solidFill>
                  <a:schemeClr val="bg2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903639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84F7A2FB-3692-7374-ECE6-3DDD8A007D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3377" y="1132115"/>
            <a:ext cx="11623251" cy="1654629"/>
          </a:xfrm>
        </p:spPr>
        <p:txBody>
          <a:bodyPr/>
          <a:lstStyle>
            <a:lvl1pPr marL="0" indent="0">
              <a:buNone/>
              <a:defRPr sz="1050">
                <a:solidFill>
                  <a:schemeClr val="tx1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0E2C0782-CF15-D587-F209-76A369475B0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3091545"/>
            <a:ext cx="6096000" cy="3413665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15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Poppins Light" charset="0"/>
                <a:cs typeface="Poppins Light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117C0E03-AD57-26BD-EFAD-135B4185F34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0" y="3091545"/>
            <a:ext cx="6096000" cy="3413665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15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Poppins Light" charset="0"/>
                <a:cs typeface="Poppins Light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176831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84F7A2FB-3692-7374-ECE6-3DDD8A007D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3377" y="1132115"/>
            <a:ext cx="11623251" cy="1654629"/>
          </a:xfrm>
        </p:spPr>
        <p:txBody>
          <a:bodyPr/>
          <a:lstStyle>
            <a:lvl1pPr marL="0" indent="0">
              <a:buNone/>
              <a:defRPr sz="1050">
                <a:solidFill>
                  <a:schemeClr val="bg2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0E2C0782-CF15-D587-F209-76A369475B0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3091545"/>
            <a:ext cx="6096000" cy="3413665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15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Poppins Light" charset="0"/>
                <a:cs typeface="Poppins Light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117C0E03-AD57-26BD-EFAD-135B4185F34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0" y="3091545"/>
            <a:ext cx="6096000" cy="3413665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15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Poppins Light" charset="0"/>
                <a:cs typeface="Poppins Light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659326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90AFE7E0-13D0-FC56-5802-BC4E161A01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2301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125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85E21580-F245-B670-F787-BF63FAB4B46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890840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125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7B93E3A1-F86B-5848-E0D8-9B910D2CF8D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77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125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E1A60634-D380-05B9-A200-4BC09F63215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27916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125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FB27992A-9435-FF68-91D5-AB177C86FC7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96453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125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F1E11ABA-2F6F-AD00-6622-96402AE8B6A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2301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125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E9A3798F-F75E-B413-49AE-B6F4D96322F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890840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125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614A16FD-3307-D7FB-6483-52A5C31098D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159377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125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EEA5B065-0239-646D-0C09-0596844EF55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427916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125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9972B1E5-9F94-B5C2-796B-D18122CA922A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696453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125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C6F56718-5153-BA4C-1652-9EFB47DA6C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 altLang="en-US"/>
              <a:t>Click to edit Master title style</a:t>
            </a: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9439993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90AFE7E0-13D0-FC56-5802-BC4E161A01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2301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125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85E21580-F245-B670-F787-BF63FAB4B46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890840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125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7B93E3A1-F86B-5848-E0D8-9B910D2CF8D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77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125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E1A60634-D380-05B9-A200-4BC09F63215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27916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125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FB27992A-9435-FF68-91D5-AB177C86FC7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96453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125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F1E11ABA-2F6F-AD00-6622-96402AE8B6A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2301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125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E9A3798F-F75E-B413-49AE-B6F4D96322F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890840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125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614A16FD-3307-D7FB-6483-52A5C31098D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159377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125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EEA5B065-0239-646D-0C09-0596844EF55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427916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125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9972B1E5-9F94-B5C2-796B-D18122CA922A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696453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125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D4643407-354C-EF13-0031-A2AB96E23A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altLang="en-US"/>
              <a:t>Click to edit Master title style</a:t>
            </a: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405527691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A580153-B4CE-E166-7ACE-F92FEF0DC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206633"/>
            <a:ext cx="5842000" cy="5016369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pic>
        <p:nvPicPr>
          <p:cNvPr id="5" name="Picture 10" descr="APU Logo Final-medium.jpg">
            <a:extLst>
              <a:ext uri="{FF2B5EF4-FFF2-40B4-BE49-F238E27FC236}">
                <a16:creationId xmlns:a16="http://schemas.microsoft.com/office/drawing/2014/main" id="{1CD8D465-41A1-E0A8-A8B4-C64FB4642D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8F4BC8B8-56DE-CC45-EB9C-7BE8295CB9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08565" y="1"/>
            <a:ext cx="5783436" cy="6223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50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Lato Light" charset="0"/>
                <a:cs typeface="Lato Light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214310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A580153-B4CE-E166-7ACE-F92FEF0DC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206633"/>
            <a:ext cx="5842000" cy="5016369"/>
          </a:xfrm>
          <a:solidFill>
            <a:schemeClr val="tx1">
              <a:lumMod val="95000"/>
            </a:schemeClr>
          </a:solidFill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8F4BC8B8-56DE-CC45-EB9C-7BE8295CB9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08565" y="1"/>
            <a:ext cx="5783436" cy="6223000"/>
          </a:xfrm>
          <a:prstGeom prst="rect">
            <a:avLst/>
          </a:prstGeom>
          <a:solidFill>
            <a:schemeClr val="tx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50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Lato Light" charset="0"/>
                <a:cs typeface="Lato Light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894E1089-2642-1F16-6D34-0AA470DAB4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11" y="27044"/>
            <a:ext cx="977179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7393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EAE3BF1D-7538-D216-ADA6-8A61272CEC05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0048597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5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793A658E-0EDC-3F4C-BFB3-E8CA966F34D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60997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5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A1C42F19-22A5-A6AA-F9A6-B990F2E4BD44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273397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5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3F88012-5D39-66F9-BCBC-E3DED4808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1" y="1697038"/>
            <a:ext cx="4775200" cy="4525962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9834868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Vertical Text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61A374B0-731A-1D13-1D15-DEB568D14EE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0048597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5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6DD384CD-5B1D-00AA-C88E-51863CE859A3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60997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5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C0E62B52-2676-DD95-FD76-B834BA0270EA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273397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5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374EF56-AF27-D8AD-DACE-E5CE66A7D3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1" y="1697038"/>
            <a:ext cx="4775200" cy="45259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2511273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A580153-B4CE-E166-7ACE-F92FEF0DC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206633"/>
            <a:ext cx="5277005" cy="5016369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pic>
        <p:nvPicPr>
          <p:cNvPr id="5" name="Picture 10" descr="APU Logo Final-medium.jpg">
            <a:extLst>
              <a:ext uri="{FF2B5EF4-FFF2-40B4-BE49-F238E27FC236}">
                <a16:creationId xmlns:a16="http://schemas.microsoft.com/office/drawing/2014/main" id="{1CD8D465-41A1-E0A8-A8B4-C64FB4642D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8714663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6F99F1D5-796D-B18C-4706-ECD5827DB6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11" y="27044"/>
            <a:ext cx="977179" cy="981307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A580153-B4CE-E166-7ACE-F92FEF0DC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206633"/>
            <a:ext cx="5277005" cy="501636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0422827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E2CC42D-17CB-E638-B81A-110B1B3F2E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697038"/>
            <a:ext cx="5277005" cy="4525962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B45A787-9C75-0736-994E-7B094F4003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3" y="274638"/>
            <a:ext cx="708675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 altLang="en-US"/>
              <a:t>Click to edit Master title style</a:t>
            </a: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9947195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E2CC42D-17CB-E638-B81A-110B1B3F2E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697038"/>
            <a:ext cx="5277005" cy="45259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B45A787-9C75-0736-994E-7B094F4003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3" y="274638"/>
            <a:ext cx="708675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altLang="en-US"/>
              <a:t>Click to edit Master title style</a:t>
            </a: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22256896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2">
            <a:extLst>
              <a:ext uri="{FF2B5EF4-FFF2-40B4-BE49-F238E27FC236}">
                <a16:creationId xmlns:a16="http://schemas.microsoft.com/office/drawing/2014/main" id="{458D67BC-08A8-B641-2D7F-240DC17CDE3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52140" y="2"/>
            <a:ext cx="2066603" cy="2902857"/>
          </a:xfrm>
          <a:custGeom>
            <a:avLst/>
            <a:gdLst>
              <a:gd name="connsiteX0" fmla="*/ 0 w 2066602"/>
              <a:gd name="connsiteY0" fmla="*/ 0 h 2902857"/>
              <a:gd name="connsiteX1" fmla="*/ 2066602 w 2066602"/>
              <a:gd name="connsiteY1" fmla="*/ 0 h 2902857"/>
              <a:gd name="connsiteX2" fmla="*/ 2066602 w 2066602"/>
              <a:gd name="connsiteY2" fmla="*/ 2902857 h 2902857"/>
              <a:gd name="connsiteX3" fmla="*/ 0 w 2066602"/>
              <a:gd name="connsiteY3" fmla="*/ 2902857 h 2902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2902857">
                <a:moveTo>
                  <a:pt x="0" y="0"/>
                </a:moveTo>
                <a:lnTo>
                  <a:pt x="2066602" y="0"/>
                </a:lnTo>
                <a:lnTo>
                  <a:pt x="2066602" y="2902857"/>
                </a:lnTo>
                <a:lnTo>
                  <a:pt x="0" y="290285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900"/>
            </a:lvl1pPr>
          </a:lstStyle>
          <a:p>
            <a:r>
              <a:rPr lang="en-US"/>
              <a:t>Click icon to add picture</a:t>
            </a:r>
            <a:endParaRPr lang="en-ID"/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91A76DD4-43F7-C972-85EA-CAFDE2FA041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752140" y="3033601"/>
            <a:ext cx="2066603" cy="3316398"/>
          </a:xfrm>
          <a:custGeom>
            <a:avLst/>
            <a:gdLst>
              <a:gd name="connsiteX0" fmla="*/ 0 w 2066602"/>
              <a:gd name="connsiteY0" fmla="*/ 0 h 3316398"/>
              <a:gd name="connsiteX1" fmla="*/ 2066602 w 2066602"/>
              <a:gd name="connsiteY1" fmla="*/ 0 h 3316398"/>
              <a:gd name="connsiteX2" fmla="*/ 2066602 w 2066602"/>
              <a:gd name="connsiteY2" fmla="*/ 3316398 h 3316398"/>
              <a:gd name="connsiteX3" fmla="*/ 0 w 2066602"/>
              <a:gd name="connsiteY3" fmla="*/ 3316398 h 3316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3316398">
                <a:moveTo>
                  <a:pt x="0" y="0"/>
                </a:moveTo>
                <a:lnTo>
                  <a:pt x="2066602" y="0"/>
                </a:lnTo>
                <a:lnTo>
                  <a:pt x="2066602" y="3316398"/>
                </a:lnTo>
                <a:lnTo>
                  <a:pt x="0" y="331639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900"/>
            </a:lvl1pPr>
          </a:lstStyle>
          <a:p>
            <a:r>
              <a:rPr lang="en-US"/>
              <a:t>Click icon to add picture</a:t>
            </a:r>
            <a:endParaRPr lang="en-ID"/>
          </a:p>
        </p:txBody>
      </p: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10D0C3E1-B2D7-E36D-87E0-ECAB470B2D2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37027" y="798286"/>
            <a:ext cx="2066603" cy="3316398"/>
          </a:xfrm>
          <a:custGeom>
            <a:avLst/>
            <a:gdLst>
              <a:gd name="connsiteX0" fmla="*/ 0 w 2066602"/>
              <a:gd name="connsiteY0" fmla="*/ 0 h 3316398"/>
              <a:gd name="connsiteX1" fmla="*/ 2066602 w 2066602"/>
              <a:gd name="connsiteY1" fmla="*/ 0 h 3316398"/>
              <a:gd name="connsiteX2" fmla="*/ 2066602 w 2066602"/>
              <a:gd name="connsiteY2" fmla="*/ 3316398 h 3316398"/>
              <a:gd name="connsiteX3" fmla="*/ 0 w 2066602"/>
              <a:gd name="connsiteY3" fmla="*/ 3316398 h 3316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3316398">
                <a:moveTo>
                  <a:pt x="0" y="0"/>
                </a:moveTo>
                <a:lnTo>
                  <a:pt x="2066602" y="0"/>
                </a:lnTo>
                <a:lnTo>
                  <a:pt x="2066602" y="3316398"/>
                </a:lnTo>
                <a:lnTo>
                  <a:pt x="0" y="331639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900"/>
            </a:lvl1pPr>
          </a:lstStyle>
          <a:p>
            <a:r>
              <a:rPr lang="en-US"/>
              <a:t>Click icon to add picture</a:t>
            </a:r>
            <a:endParaRPr lang="en-ID"/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62331960-A4CD-E907-ACF8-2904680BADA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7027" y="4277251"/>
            <a:ext cx="2066603" cy="2072748"/>
          </a:xfrm>
          <a:custGeom>
            <a:avLst/>
            <a:gdLst>
              <a:gd name="connsiteX0" fmla="*/ 0 w 2066602"/>
              <a:gd name="connsiteY0" fmla="*/ 0 h 2072748"/>
              <a:gd name="connsiteX1" fmla="*/ 2066602 w 2066602"/>
              <a:gd name="connsiteY1" fmla="*/ 0 h 2072748"/>
              <a:gd name="connsiteX2" fmla="*/ 2066602 w 2066602"/>
              <a:gd name="connsiteY2" fmla="*/ 2072748 h 2072748"/>
              <a:gd name="connsiteX3" fmla="*/ 0 w 2066602"/>
              <a:gd name="connsiteY3" fmla="*/ 2072748 h 207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2072748">
                <a:moveTo>
                  <a:pt x="0" y="0"/>
                </a:moveTo>
                <a:lnTo>
                  <a:pt x="2066602" y="0"/>
                </a:lnTo>
                <a:lnTo>
                  <a:pt x="2066602" y="2072748"/>
                </a:lnTo>
                <a:lnTo>
                  <a:pt x="0" y="20727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900"/>
            </a:lvl1pPr>
          </a:lstStyle>
          <a:p>
            <a:r>
              <a:rPr lang="en-US"/>
              <a:t>Click icon to add picture</a:t>
            </a:r>
            <a:endParaRPr lang="en-ID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77A9D95-A204-E92E-A5F8-1E263A7A8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533" y="273053"/>
            <a:ext cx="6815667" cy="5853113"/>
          </a:xfrm>
        </p:spPr>
        <p:txBody>
          <a:bodyPr/>
          <a:lstStyle>
            <a:lvl1pPr>
              <a:defRPr sz="2400">
                <a:solidFill>
                  <a:schemeClr val="tx2"/>
                </a:solidFill>
              </a:defRPr>
            </a:lvl1pPr>
            <a:lvl2pPr>
              <a:defRPr sz="2100">
                <a:solidFill>
                  <a:schemeClr val="accent6"/>
                </a:solidFill>
              </a:defRPr>
            </a:lvl2pPr>
            <a:lvl3pPr>
              <a:defRPr sz="1800">
                <a:solidFill>
                  <a:schemeClr val="accent6"/>
                </a:solidFill>
              </a:defRPr>
            </a:lvl3pPr>
            <a:lvl4pPr>
              <a:defRPr sz="1500">
                <a:solidFill>
                  <a:schemeClr val="accent6"/>
                </a:solidFill>
              </a:defRPr>
            </a:lvl4pPr>
            <a:lvl5pPr>
              <a:defRPr sz="1500">
                <a:solidFill>
                  <a:schemeClr val="accent6"/>
                </a:solidFill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3936348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Vertical Title and Text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2">
            <a:extLst>
              <a:ext uri="{FF2B5EF4-FFF2-40B4-BE49-F238E27FC236}">
                <a16:creationId xmlns:a16="http://schemas.microsoft.com/office/drawing/2014/main" id="{14576114-4EE3-A4A4-76CC-B9B2275D1E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52140" y="2"/>
            <a:ext cx="2066603" cy="2902857"/>
          </a:xfrm>
          <a:custGeom>
            <a:avLst/>
            <a:gdLst>
              <a:gd name="connsiteX0" fmla="*/ 0 w 2066602"/>
              <a:gd name="connsiteY0" fmla="*/ 0 h 2902857"/>
              <a:gd name="connsiteX1" fmla="*/ 2066602 w 2066602"/>
              <a:gd name="connsiteY1" fmla="*/ 0 h 2902857"/>
              <a:gd name="connsiteX2" fmla="*/ 2066602 w 2066602"/>
              <a:gd name="connsiteY2" fmla="*/ 2902857 h 2902857"/>
              <a:gd name="connsiteX3" fmla="*/ 0 w 2066602"/>
              <a:gd name="connsiteY3" fmla="*/ 2902857 h 2902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2902857">
                <a:moveTo>
                  <a:pt x="0" y="0"/>
                </a:moveTo>
                <a:lnTo>
                  <a:pt x="2066602" y="0"/>
                </a:lnTo>
                <a:lnTo>
                  <a:pt x="2066602" y="2902857"/>
                </a:lnTo>
                <a:lnTo>
                  <a:pt x="0" y="290285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900"/>
            </a:lvl1pPr>
          </a:lstStyle>
          <a:p>
            <a:r>
              <a:rPr lang="en-US"/>
              <a:t>Click icon to add picture</a:t>
            </a:r>
            <a:endParaRPr lang="en-ID"/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F3B5096E-B439-B90B-5317-2550E3B6566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752140" y="3033601"/>
            <a:ext cx="2066603" cy="3316398"/>
          </a:xfrm>
          <a:custGeom>
            <a:avLst/>
            <a:gdLst>
              <a:gd name="connsiteX0" fmla="*/ 0 w 2066602"/>
              <a:gd name="connsiteY0" fmla="*/ 0 h 3316398"/>
              <a:gd name="connsiteX1" fmla="*/ 2066602 w 2066602"/>
              <a:gd name="connsiteY1" fmla="*/ 0 h 3316398"/>
              <a:gd name="connsiteX2" fmla="*/ 2066602 w 2066602"/>
              <a:gd name="connsiteY2" fmla="*/ 3316398 h 3316398"/>
              <a:gd name="connsiteX3" fmla="*/ 0 w 2066602"/>
              <a:gd name="connsiteY3" fmla="*/ 3316398 h 3316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3316398">
                <a:moveTo>
                  <a:pt x="0" y="0"/>
                </a:moveTo>
                <a:lnTo>
                  <a:pt x="2066602" y="0"/>
                </a:lnTo>
                <a:lnTo>
                  <a:pt x="2066602" y="3316398"/>
                </a:lnTo>
                <a:lnTo>
                  <a:pt x="0" y="331639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900"/>
            </a:lvl1pPr>
          </a:lstStyle>
          <a:p>
            <a:r>
              <a:rPr lang="en-US"/>
              <a:t>Click icon to add picture</a:t>
            </a:r>
            <a:endParaRPr lang="en-ID"/>
          </a:p>
        </p:txBody>
      </p: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7E850367-FBF9-B7B1-9E76-EC29821827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37027" y="798286"/>
            <a:ext cx="2066603" cy="3316398"/>
          </a:xfrm>
          <a:custGeom>
            <a:avLst/>
            <a:gdLst>
              <a:gd name="connsiteX0" fmla="*/ 0 w 2066602"/>
              <a:gd name="connsiteY0" fmla="*/ 0 h 3316398"/>
              <a:gd name="connsiteX1" fmla="*/ 2066602 w 2066602"/>
              <a:gd name="connsiteY1" fmla="*/ 0 h 3316398"/>
              <a:gd name="connsiteX2" fmla="*/ 2066602 w 2066602"/>
              <a:gd name="connsiteY2" fmla="*/ 3316398 h 3316398"/>
              <a:gd name="connsiteX3" fmla="*/ 0 w 2066602"/>
              <a:gd name="connsiteY3" fmla="*/ 3316398 h 3316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3316398">
                <a:moveTo>
                  <a:pt x="0" y="0"/>
                </a:moveTo>
                <a:lnTo>
                  <a:pt x="2066602" y="0"/>
                </a:lnTo>
                <a:lnTo>
                  <a:pt x="2066602" y="3316398"/>
                </a:lnTo>
                <a:lnTo>
                  <a:pt x="0" y="331639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900"/>
            </a:lvl1pPr>
          </a:lstStyle>
          <a:p>
            <a:r>
              <a:rPr lang="en-US"/>
              <a:t>Click icon to add picture</a:t>
            </a:r>
            <a:endParaRPr lang="en-ID"/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B7999D6D-BA9E-A93A-5AB4-A94911B24D0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7027" y="4277251"/>
            <a:ext cx="2066603" cy="2072748"/>
          </a:xfrm>
          <a:custGeom>
            <a:avLst/>
            <a:gdLst>
              <a:gd name="connsiteX0" fmla="*/ 0 w 2066602"/>
              <a:gd name="connsiteY0" fmla="*/ 0 h 2072748"/>
              <a:gd name="connsiteX1" fmla="*/ 2066602 w 2066602"/>
              <a:gd name="connsiteY1" fmla="*/ 0 h 2072748"/>
              <a:gd name="connsiteX2" fmla="*/ 2066602 w 2066602"/>
              <a:gd name="connsiteY2" fmla="*/ 2072748 h 2072748"/>
              <a:gd name="connsiteX3" fmla="*/ 0 w 2066602"/>
              <a:gd name="connsiteY3" fmla="*/ 2072748 h 207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2072748">
                <a:moveTo>
                  <a:pt x="0" y="0"/>
                </a:moveTo>
                <a:lnTo>
                  <a:pt x="2066602" y="0"/>
                </a:lnTo>
                <a:lnTo>
                  <a:pt x="2066602" y="2072748"/>
                </a:lnTo>
                <a:lnTo>
                  <a:pt x="0" y="20727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900"/>
            </a:lvl1pPr>
          </a:lstStyle>
          <a:p>
            <a:r>
              <a:rPr lang="en-US"/>
              <a:t>Click icon to add picture</a:t>
            </a:r>
            <a:endParaRPr lang="en-ID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F213A9-305D-2AFC-FF34-19434A2D9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533" y="273053"/>
            <a:ext cx="6815667" cy="5853113"/>
          </a:xfrm>
        </p:spPr>
        <p:txBody>
          <a:bodyPr/>
          <a:lstStyle>
            <a:lvl1pPr>
              <a:defRPr sz="2400">
                <a:solidFill>
                  <a:schemeClr val="accent5"/>
                </a:solidFill>
              </a:defRPr>
            </a:lvl1pPr>
            <a:lvl2pPr>
              <a:defRPr sz="21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500">
                <a:solidFill>
                  <a:schemeClr val="bg1"/>
                </a:solidFill>
              </a:defRPr>
            </a:lvl4pPr>
            <a:lvl5pPr>
              <a:defRPr sz="1500">
                <a:solidFill>
                  <a:schemeClr val="bg1"/>
                </a:solidFill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1064782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4">
            <a:extLst>
              <a:ext uri="{FF2B5EF4-FFF2-40B4-BE49-F238E27FC236}">
                <a16:creationId xmlns:a16="http://schemas.microsoft.com/office/drawing/2014/main" id="{098A0508-16C0-1CB1-9EB2-E710C774CB8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900"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ID"/>
          </a:p>
        </p:txBody>
      </p:sp>
      <p:sp>
        <p:nvSpPr>
          <p:cNvPr id="3" name="Picture Placeholder 13">
            <a:extLst>
              <a:ext uri="{FF2B5EF4-FFF2-40B4-BE49-F238E27FC236}">
                <a16:creationId xmlns:a16="http://schemas.microsoft.com/office/drawing/2014/main" id="{60EB9AD5-7DDC-2BFA-AF2C-9962B35D0ED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83582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900"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ID"/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F2B4AB36-8724-FDDC-F151-CBD3C7917C5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67162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900"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ID"/>
          </a:p>
        </p:txBody>
      </p:sp>
      <p:sp>
        <p:nvSpPr>
          <p:cNvPr id="10" name="Picture Placeholder 11">
            <a:extLst>
              <a:ext uri="{FF2B5EF4-FFF2-40B4-BE49-F238E27FC236}">
                <a16:creationId xmlns:a16="http://schemas.microsoft.com/office/drawing/2014/main" id="{7807B4DD-82EF-E592-BE1A-58254BBE34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250740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900"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ID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78BA4D9-57E1-A80D-3014-2BD0F878A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352" y="274638"/>
            <a:ext cx="10457373" cy="1143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45A25BC-C7C5-6433-D8E4-A5DF23106C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352" y="1417638"/>
            <a:ext cx="11601296" cy="45259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689122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Vertical Title and Text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4">
            <a:extLst>
              <a:ext uri="{FF2B5EF4-FFF2-40B4-BE49-F238E27FC236}">
                <a16:creationId xmlns:a16="http://schemas.microsoft.com/office/drawing/2014/main" id="{098A0508-16C0-1CB1-9EB2-E710C774CB8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900"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ID"/>
          </a:p>
        </p:txBody>
      </p:sp>
      <p:sp>
        <p:nvSpPr>
          <p:cNvPr id="3" name="Picture Placeholder 13">
            <a:extLst>
              <a:ext uri="{FF2B5EF4-FFF2-40B4-BE49-F238E27FC236}">
                <a16:creationId xmlns:a16="http://schemas.microsoft.com/office/drawing/2014/main" id="{60EB9AD5-7DDC-2BFA-AF2C-9962B35D0ED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83582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900"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ID"/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F2B4AB36-8724-FDDC-F151-CBD3C7917C5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67162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900"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ID"/>
          </a:p>
        </p:txBody>
      </p:sp>
      <p:sp>
        <p:nvSpPr>
          <p:cNvPr id="10" name="Picture Placeholder 11">
            <a:extLst>
              <a:ext uri="{FF2B5EF4-FFF2-40B4-BE49-F238E27FC236}">
                <a16:creationId xmlns:a16="http://schemas.microsoft.com/office/drawing/2014/main" id="{7807B4DD-82EF-E592-BE1A-58254BBE34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250740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900"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ID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78BA4D9-57E1-A80D-3014-2BD0F878A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352" y="274638"/>
            <a:ext cx="10457373" cy="1143000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45A25BC-C7C5-6433-D8E4-A5DF23106C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352" y="1417638"/>
            <a:ext cx="11601296" cy="45259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8233210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7600" y="1600200"/>
            <a:ext cx="53848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7D6FE0-E21F-235E-E8BD-3F93B20656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D70321-7E9B-069C-4775-58A0DDAAF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AE6655-40BB-0A03-7DE0-334B7698C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EFA19E-CE6F-4111-8A01-AD8F4D7129C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37346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microsoft.com/office/2007/relationships/hdphoto" Target="../media/hdphoto1.wdp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image" Target="../media/image2.jpeg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outdoor object, honeycomb&#10;&#10;Description automatically generated">
            <a:extLst>
              <a:ext uri="{FF2B5EF4-FFF2-40B4-BE49-F238E27FC236}">
                <a16:creationId xmlns:a16="http://schemas.microsoft.com/office/drawing/2014/main" id="{ECC693F6-F024-A3A9-24FB-E8ED5704B67C}"/>
              </a:ext>
            </a:extLst>
          </p:cNvPr>
          <p:cNvPicPr>
            <a:picLocks noChangeAspect="1"/>
          </p:cNvPicPr>
          <p:nvPr/>
        </p:nvPicPr>
        <p:blipFill rotWithShape="1">
          <a:blip r:embed="rId44">
            <a:extLst>
              <a:ext uri="{BEBA8EAE-BF5A-486C-A8C5-ECC9F3942E4B}">
                <a14:imgProps xmlns:a14="http://schemas.microsoft.com/office/drawing/2010/main">
                  <a14:imgLayer r:embed="rId45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94815"/>
          <a:stretch/>
        </p:blipFill>
        <p:spPr>
          <a:xfrm>
            <a:off x="0" y="6502400"/>
            <a:ext cx="12192000" cy="355601"/>
          </a:xfrm>
          <a:prstGeom prst="rect">
            <a:avLst/>
          </a:prstGeom>
        </p:spPr>
      </p:pic>
      <p:sp>
        <p:nvSpPr>
          <p:cNvPr id="1028" name="Rectangle 4">
            <a:extLst>
              <a:ext uri="{FF2B5EF4-FFF2-40B4-BE49-F238E27FC236}">
                <a16:creationId xmlns:a16="http://schemas.microsoft.com/office/drawing/2014/main" id="{B623752B-4505-458A-8F13-B97CEB0BB8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54001" y="1697038"/>
            <a:ext cx="117475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GB" altLang="en-US" dirty="0"/>
          </a:p>
        </p:txBody>
      </p:sp>
      <p:sp>
        <p:nvSpPr>
          <p:cNvPr id="1029" name="Rectangle 6">
            <a:extLst>
              <a:ext uri="{FF2B5EF4-FFF2-40B4-BE49-F238E27FC236}">
                <a16:creationId xmlns:a16="http://schemas.microsoft.com/office/drawing/2014/main" id="{4D7F5865-615B-424A-A375-A8F1EEAE74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48569D-7387-4D30-B100-DC94E7D1863E}"/>
              </a:ext>
            </a:extLst>
          </p:cNvPr>
          <p:cNvSpPr txBox="1"/>
          <p:nvPr/>
        </p:nvSpPr>
        <p:spPr>
          <a:xfrm>
            <a:off x="10859591" y="6588371"/>
            <a:ext cx="155012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dirty="0">
                <a:solidFill>
                  <a:schemeClr val="bg2"/>
                </a:solidFill>
                <a:latin typeface="Montserrat" panose="00000500000000000000" pitchFamily="2" charset="0"/>
              </a:rPr>
              <a:t>SLIDE </a:t>
            </a:r>
            <a:fld id="{7E7DF8DA-2BBC-4974-99EF-62657F72EFE3}" type="slidenum">
              <a:rPr lang="en-US" sz="600" smtClean="0">
                <a:solidFill>
                  <a:schemeClr val="bg2"/>
                </a:solidFill>
                <a:latin typeface="Montserrat" panose="00000500000000000000" pitchFamily="2" charset="0"/>
              </a:rPr>
              <a:pPr algn="ctr"/>
              <a:t>‹#›</a:t>
            </a:fld>
            <a:endParaRPr lang="en-US" sz="600" dirty="0">
              <a:solidFill>
                <a:schemeClr val="bg2"/>
              </a:solidFill>
              <a:latin typeface="Montserrat" panose="000005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DC117F-9549-84AD-C279-A42AEB20D920}"/>
              </a:ext>
            </a:extLst>
          </p:cNvPr>
          <p:cNvSpPr txBox="1"/>
          <p:nvPr/>
        </p:nvSpPr>
        <p:spPr>
          <a:xfrm>
            <a:off x="39175" y="6588371"/>
            <a:ext cx="237745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600" dirty="0">
                <a:solidFill>
                  <a:schemeClr val="bg2"/>
                </a:solidFill>
                <a:latin typeface="Montserrat" panose="00000500000000000000" pitchFamily="2" charset="0"/>
              </a:rPr>
              <a:t>Module Code &amp; Module Title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BD054F-4D2B-C683-DC2F-88927DD0A10B}"/>
              </a:ext>
            </a:extLst>
          </p:cNvPr>
          <p:cNvSpPr txBox="1"/>
          <p:nvPr/>
        </p:nvSpPr>
        <p:spPr>
          <a:xfrm>
            <a:off x="4480562" y="6572476"/>
            <a:ext cx="339634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dirty="0">
                <a:solidFill>
                  <a:schemeClr val="bg2"/>
                </a:solidFill>
                <a:latin typeface="Montserrat" panose="00000500000000000000" pitchFamily="2" charset="0"/>
              </a:rPr>
              <a:t>Slide Title</a:t>
            </a:r>
          </a:p>
        </p:txBody>
      </p:sp>
      <p:pic>
        <p:nvPicPr>
          <p:cNvPr id="5" name="Picture 4" descr="APU Logo Final.jpg">
            <a:extLst>
              <a:ext uri="{FF2B5EF4-FFF2-40B4-BE49-F238E27FC236}">
                <a16:creationId xmlns:a16="http://schemas.microsoft.com/office/drawing/2014/main" id="{12374E43-8A4B-156A-7AD5-A772E9DCF2A1}"/>
              </a:ext>
            </a:extLst>
          </p:cNvPr>
          <p:cNvPicPr>
            <a:picLocks noChangeAspect="1"/>
          </p:cNvPicPr>
          <p:nvPr userDrawn="1"/>
        </p:nvPicPr>
        <p:blipFill>
          <a:blip r:embed="rId46"/>
          <a:srcRect/>
          <a:stretch>
            <a:fillRect/>
          </a:stretch>
        </p:blipFill>
        <p:spPr bwMode="auto">
          <a:xfrm>
            <a:off x="10193867" y="0"/>
            <a:ext cx="1998133" cy="149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732913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  <p:sldLayoutId id="2147483679" r:id="rId16"/>
    <p:sldLayoutId id="2147483680" r:id="rId17"/>
    <p:sldLayoutId id="2147483681" r:id="rId18"/>
    <p:sldLayoutId id="2147483682" r:id="rId19"/>
    <p:sldLayoutId id="2147483683" r:id="rId20"/>
    <p:sldLayoutId id="2147483684" r:id="rId21"/>
    <p:sldLayoutId id="2147483685" r:id="rId22"/>
    <p:sldLayoutId id="2147483686" r:id="rId23"/>
    <p:sldLayoutId id="2147483687" r:id="rId24"/>
    <p:sldLayoutId id="2147483688" r:id="rId25"/>
    <p:sldLayoutId id="2147483689" r:id="rId26"/>
    <p:sldLayoutId id="2147483690" r:id="rId27"/>
    <p:sldLayoutId id="2147483691" r:id="rId28"/>
    <p:sldLayoutId id="2147483692" r:id="rId29"/>
    <p:sldLayoutId id="2147483693" r:id="rId30"/>
    <p:sldLayoutId id="2147483694" r:id="rId31"/>
    <p:sldLayoutId id="2147483695" r:id="rId32"/>
    <p:sldLayoutId id="2147483696" r:id="rId33"/>
    <p:sldLayoutId id="2147483697" r:id="rId34"/>
    <p:sldLayoutId id="2147483698" r:id="rId35"/>
    <p:sldLayoutId id="2147483699" r:id="rId36"/>
    <p:sldLayoutId id="2147483700" r:id="rId37"/>
    <p:sldLayoutId id="2147483701" r:id="rId38"/>
    <p:sldLayoutId id="2147483702" r:id="rId39"/>
    <p:sldLayoutId id="2147483703" r:id="rId40"/>
    <p:sldLayoutId id="2147483704" r:id="rId41"/>
    <p:sldLayoutId id="2147483705" r:id="rId42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250" b="1">
          <a:solidFill>
            <a:schemeClr val="tx2"/>
          </a:solidFill>
          <a:latin typeface="Montserrat" panose="00000500000000000000" pitchFamily="2" charset="0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2700">
          <a:solidFill>
            <a:schemeClr val="tx2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2700">
          <a:solidFill>
            <a:schemeClr val="tx2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2700">
          <a:solidFill>
            <a:schemeClr val="tx2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2700">
          <a:solidFill>
            <a:schemeClr val="tx2"/>
          </a:solidFill>
          <a:latin typeface="Arial" charset="0"/>
        </a:defRPr>
      </a:lvl5pPr>
      <a:lvl6pPr marL="342900" algn="ctr" rtl="0" eaLnBrk="1" fontAlgn="base" hangingPunct="1">
        <a:spcBef>
          <a:spcPct val="0"/>
        </a:spcBef>
        <a:spcAft>
          <a:spcPct val="0"/>
        </a:spcAft>
        <a:defRPr sz="2700">
          <a:solidFill>
            <a:schemeClr val="tx2"/>
          </a:solidFill>
          <a:latin typeface="Arial" charset="0"/>
        </a:defRPr>
      </a:lvl6pPr>
      <a:lvl7pPr marL="685800" algn="ctr" rtl="0" eaLnBrk="1" fontAlgn="base" hangingPunct="1">
        <a:spcBef>
          <a:spcPct val="0"/>
        </a:spcBef>
        <a:spcAft>
          <a:spcPct val="0"/>
        </a:spcAft>
        <a:defRPr sz="2700">
          <a:solidFill>
            <a:schemeClr val="tx2"/>
          </a:solidFill>
          <a:latin typeface="Arial" charset="0"/>
        </a:defRPr>
      </a:lvl7pPr>
      <a:lvl8pPr marL="1028700" algn="ctr" rtl="0" eaLnBrk="1" fontAlgn="base" hangingPunct="1">
        <a:spcBef>
          <a:spcPct val="0"/>
        </a:spcBef>
        <a:spcAft>
          <a:spcPct val="0"/>
        </a:spcAft>
        <a:defRPr sz="2700">
          <a:solidFill>
            <a:schemeClr val="tx2"/>
          </a:solidFill>
          <a:latin typeface="Arial" charset="0"/>
        </a:defRPr>
      </a:lvl8pPr>
      <a:lvl9pPr marL="1371600" algn="ctr" rtl="0" eaLnBrk="1" fontAlgn="base" hangingPunct="1">
        <a:spcBef>
          <a:spcPct val="0"/>
        </a:spcBef>
        <a:spcAft>
          <a:spcPct val="0"/>
        </a:spcAft>
        <a:defRPr sz="2700">
          <a:solidFill>
            <a:schemeClr val="tx2"/>
          </a:solidFill>
          <a:latin typeface="Arial" charset="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sz="1875">
          <a:solidFill>
            <a:schemeClr val="tx1"/>
          </a:solidFill>
          <a:latin typeface="+mj-lt"/>
          <a:ea typeface="+mn-ea"/>
          <a:cs typeface="Calibri" panose="020F0502020204030204" pitchFamily="34" charset="0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sz="1500">
          <a:solidFill>
            <a:schemeClr val="tx1"/>
          </a:solidFill>
          <a:latin typeface="+mj-lt"/>
          <a:cs typeface="Calibri" panose="020F0502020204030204" pitchFamily="34" charset="0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sz="1350">
          <a:solidFill>
            <a:schemeClr val="tx1"/>
          </a:solidFill>
          <a:latin typeface="+mj-lt"/>
          <a:cs typeface="Calibri" panose="020F0502020204030204" pitchFamily="34" charset="0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sz="1125">
          <a:solidFill>
            <a:schemeClr val="tx1"/>
          </a:solidFill>
          <a:latin typeface="+mj-lt"/>
          <a:cs typeface="Calibri" panose="020F0502020204030204" pitchFamily="34" charset="0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sz="900">
          <a:solidFill>
            <a:schemeClr val="tx1"/>
          </a:solidFill>
          <a:latin typeface="+mj-lt"/>
          <a:cs typeface="Calibri" panose="020F0502020204030204" pitchFamily="34" charset="0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en-US" sz="4000" dirty="0">
                <a:solidFill>
                  <a:schemeClr val="tx2"/>
                </a:solidFill>
                <a:latin typeface="+mj-lt"/>
              </a:rPr>
            </a:br>
            <a:r>
              <a:rPr lang="en-US" sz="4000" dirty="0">
                <a:solidFill>
                  <a:schemeClr val="tx2"/>
                </a:solidFill>
                <a:latin typeface="+mj-lt"/>
              </a:rPr>
              <a:t>CT051-3-3 Software Quality Engineering 	</a:t>
            </a:r>
            <a:br>
              <a:rPr lang="en-US" sz="4000" dirty="0">
                <a:solidFill>
                  <a:schemeClr val="tx2"/>
                </a:solidFill>
                <a:latin typeface="+mj-lt"/>
              </a:rPr>
            </a:br>
            <a:endParaRPr lang="en-US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89257" y="3879851"/>
            <a:ext cx="6913767" cy="1752600"/>
          </a:xfrm>
        </p:spPr>
        <p:txBody>
          <a:bodyPr/>
          <a:lstStyle/>
          <a:p>
            <a:r>
              <a:rPr lang="en-US" sz="3200" dirty="0"/>
              <a:t>Software Quality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Content Placeholder 2">
            <a:extLst>
              <a:ext uri="{FF2B5EF4-FFF2-40B4-BE49-F238E27FC236}">
                <a16:creationId xmlns:a16="http://schemas.microsoft.com/office/drawing/2014/main" id="{677BEA23-9885-3A89-1BC3-498010915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596" y="1404938"/>
            <a:ext cx="11001080" cy="4995862"/>
          </a:xfrm>
        </p:spPr>
        <p:txBody>
          <a:bodyPr/>
          <a:lstStyle/>
          <a:p>
            <a:pPr>
              <a:defRPr/>
            </a:pPr>
            <a:r>
              <a:rPr lang="en-US" altLang="en-US" sz="2400" dirty="0"/>
              <a:t>What is Quality?</a:t>
            </a:r>
          </a:p>
          <a:p>
            <a:pPr eaLnBrk="1" hangingPunct="1">
              <a:defRPr/>
            </a:pPr>
            <a:r>
              <a:rPr lang="en-US" altLang="en-US" sz="2400" dirty="0"/>
              <a:t>What is Software Quality?</a:t>
            </a:r>
          </a:p>
          <a:p>
            <a:pPr eaLnBrk="1" hangingPunct="1">
              <a:defRPr/>
            </a:pPr>
            <a:r>
              <a:rPr lang="en-US" altLang="en-US" sz="2400" dirty="0"/>
              <a:t>Software Quality Fundamentals</a:t>
            </a:r>
          </a:p>
          <a:p>
            <a:pPr eaLnBrk="1" hangingPunct="1">
              <a:defRPr/>
            </a:pPr>
            <a:r>
              <a:rPr lang="en-US" altLang="en-US" sz="2400" dirty="0"/>
              <a:t>Who is responsible for Software Quality?</a:t>
            </a:r>
          </a:p>
          <a:p>
            <a:pPr eaLnBrk="1" hangingPunct="1">
              <a:defRPr/>
            </a:pPr>
            <a:r>
              <a:rPr lang="en-US" altLang="en-US" sz="2400" dirty="0"/>
              <a:t>Why Software Quality needed?</a:t>
            </a:r>
          </a:p>
          <a:p>
            <a:pPr eaLnBrk="1" hangingPunct="1">
              <a:defRPr/>
            </a:pPr>
            <a:r>
              <a:rPr lang="en-US" altLang="en-US" sz="2400" dirty="0"/>
              <a:t>What are the processes of Software Quality?</a:t>
            </a:r>
          </a:p>
        </p:txBody>
      </p:sp>
      <p:sp>
        <p:nvSpPr>
          <p:cNvPr id="45059" name="Text Box 58">
            <a:extLst>
              <a:ext uri="{FF2B5EF4-FFF2-40B4-BE49-F238E27FC236}">
                <a16:creationId xmlns:a16="http://schemas.microsoft.com/office/drawing/2014/main" id="{F921C634-81DF-AC50-EE6B-F1C36513F4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" y="0"/>
            <a:ext cx="10329862" cy="12349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3200" b="1" dirty="0">
                <a:solidFill>
                  <a:srgbClr val="B40000"/>
                </a:solidFill>
                <a:cs typeface="Calibri" panose="020F0502020204030204" pitchFamily="34" charset="0"/>
              </a:rPr>
              <a:t>Topic &amp; Structure of the lesson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ext Box 8">
            <a:extLst>
              <a:ext uri="{FF2B5EF4-FFF2-40B4-BE49-F238E27FC236}">
                <a16:creationId xmlns:a16="http://schemas.microsoft.com/office/drawing/2014/main" id="{B71E8B44-B45E-B9EC-08BE-179A3D7552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0360057" cy="12254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noAutofit/>
          </a:bodyPr>
          <a:lstStyle>
            <a:defPPr>
              <a:defRPr lang="en-GB"/>
            </a:defPPr>
            <a:lvl1pPr algn="ctr">
              <a:defRPr sz="3200" b="1">
                <a:solidFill>
                  <a:srgbClr val="B40000"/>
                </a:solidFill>
                <a:cs typeface="Calibri" panose="020F0502020204030204" pitchFamily="34" charset="0"/>
              </a:defRPr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en-US" altLang="en-US" dirty="0"/>
              <a:t>Learning Outcomes</a:t>
            </a:r>
          </a:p>
        </p:txBody>
      </p:sp>
      <p:sp>
        <p:nvSpPr>
          <p:cNvPr id="47107" name="Rectangle 4">
            <a:extLst>
              <a:ext uri="{FF2B5EF4-FFF2-40B4-BE49-F238E27FC236}">
                <a16:creationId xmlns:a16="http://schemas.microsoft.com/office/drawing/2014/main" id="{5393F051-67C6-7B32-8EBC-DCDD8775EE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608" y="1698625"/>
            <a:ext cx="11001081" cy="4031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PT Sans" panose="020B0503020203020204" pitchFamily="34" charset="0"/>
                <a:cs typeface="Calibri" panose="020F0502020204030204" pitchFamily="34" charset="0"/>
              </a:defRPr>
            </a:lvl1pPr>
            <a:lvl2pPr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PT Sans" panose="020B0503020203020204" pitchFamily="34" charset="0"/>
                <a:cs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300">
                <a:solidFill>
                  <a:schemeClr val="tx1"/>
                </a:solidFill>
                <a:latin typeface="PT Sans" panose="020B0503020203020204" pitchFamily="34" charset="0"/>
                <a:cs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100">
                <a:solidFill>
                  <a:schemeClr val="tx1"/>
                </a:solidFill>
                <a:latin typeface="PT Sans" panose="020B0503020203020204" pitchFamily="34" charset="0"/>
                <a:cs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900">
                <a:solidFill>
                  <a:schemeClr val="tx1"/>
                </a:solidFill>
                <a:latin typeface="PT Sans" panose="020B0503020203020204" pitchFamily="34" charset="0"/>
                <a:cs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">
                <a:solidFill>
                  <a:schemeClr val="tx1"/>
                </a:solidFill>
                <a:latin typeface="PT Sans" panose="020B0503020203020204" pitchFamily="34" charset="0"/>
                <a:cs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">
                <a:solidFill>
                  <a:schemeClr val="tx1"/>
                </a:solidFill>
                <a:latin typeface="PT Sans" panose="020B0503020203020204" pitchFamily="34" charset="0"/>
                <a:cs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">
                <a:solidFill>
                  <a:schemeClr val="tx1"/>
                </a:solidFill>
                <a:latin typeface="PT Sans" panose="020B0503020203020204" pitchFamily="34" charset="0"/>
                <a:cs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">
                <a:solidFill>
                  <a:schemeClr val="tx1"/>
                </a:solidFill>
                <a:latin typeface="PT Sans" panose="020B0503020203020204" pitchFamily="34" charset="0"/>
                <a:cs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By the end of this lecture, YOU should be able to :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 	Explain Software Quality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 	List and explain Software Quality fundamentals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Arial" panose="020B0604020202020204" pitchFamily="34" charset="0"/>
              </a:rPr>
              <a:t>	Identify people involve in Software Quality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Arial" panose="020B0604020202020204" pitchFamily="34" charset="0"/>
              </a:rPr>
              <a:t> 	Explain the common process of Software Quality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endParaRPr lang="en-US" altLang="en-US" sz="24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ext Box 11">
            <a:extLst>
              <a:ext uri="{FF2B5EF4-FFF2-40B4-BE49-F238E27FC236}">
                <a16:creationId xmlns:a16="http://schemas.microsoft.com/office/drawing/2014/main" id="{638C18E7-F9D3-26AB-D2AB-70DD1D5C7A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-9427"/>
            <a:ext cx="10302239" cy="1150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3200" b="1" dirty="0">
                <a:solidFill>
                  <a:srgbClr val="B40000"/>
                </a:solidFill>
                <a:cs typeface="Calibri" panose="020F0502020204030204" pitchFamily="34" charset="0"/>
              </a:rPr>
              <a:t>Key Terms you must be able to use</a:t>
            </a:r>
          </a:p>
        </p:txBody>
      </p:sp>
      <p:sp>
        <p:nvSpPr>
          <p:cNvPr id="49155" name="Text Box 13">
            <a:extLst>
              <a:ext uri="{FF2B5EF4-FFF2-40B4-BE49-F238E27FC236}">
                <a16:creationId xmlns:a16="http://schemas.microsoft.com/office/drawing/2014/main" id="{97C333EE-6EEB-90FB-A3CF-D89BCC77E9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743" y="1652588"/>
            <a:ext cx="10972800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PT Sans" panose="020B0503020203020204" pitchFamily="34" charset="0"/>
                <a:cs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PT Sans" panose="020B0503020203020204" pitchFamily="34" charset="0"/>
                <a:cs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300">
                <a:solidFill>
                  <a:schemeClr val="tx1"/>
                </a:solidFill>
                <a:latin typeface="PT Sans" panose="020B0503020203020204" pitchFamily="34" charset="0"/>
                <a:cs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100">
                <a:solidFill>
                  <a:schemeClr val="tx1"/>
                </a:solidFill>
                <a:latin typeface="PT Sans" panose="020B0503020203020204" pitchFamily="34" charset="0"/>
                <a:cs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900">
                <a:solidFill>
                  <a:schemeClr val="tx1"/>
                </a:solidFill>
                <a:latin typeface="PT Sans" panose="020B0503020203020204" pitchFamily="34" charset="0"/>
                <a:cs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">
                <a:solidFill>
                  <a:schemeClr val="tx1"/>
                </a:solidFill>
                <a:latin typeface="PT Sans" panose="020B0503020203020204" pitchFamily="34" charset="0"/>
                <a:cs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">
                <a:solidFill>
                  <a:schemeClr val="tx1"/>
                </a:solidFill>
                <a:latin typeface="PT Sans" panose="020B0503020203020204" pitchFamily="34" charset="0"/>
                <a:cs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">
                <a:solidFill>
                  <a:schemeClr val="tx1"/>
                </a:solidFill>
                <a:latin typeface="PT Sans" panose="020B0503020203020204" pitchFamily="34" charset="0"/>
                <a:cs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">
                <a:solidFill>
                  <a:schemeClr val="tx1"/>
                </a:solidFill>
                <a:latin typeface="PT Sans" panose="020B0503020203020204" pitchFamily="34" charset="0"/>
                <a:cs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200" dirty="0">
                <a:latin typeface="Arial" panose="020B0604020202020204" pitchFamily="34" charset="0"/>
              </a:rPr>
              <a:t>If you have mastered this topic, </a:t>
            </a:r>
            <a:r>
              <a:rPr lang="en-US" altLang="en-US" sz="3200" dirty="0">
                <a:solidFill>
                  <a:srgbClr val="990000"/>
                </a:solidFill>
                <a:latin typeface="Arial" panose="020B0604020202020204" pitchFamily="34" charset="0"/>
              </a:rPr>
              <a:t>you should be able to use the following terms correctly in your assignments and exams</a:t>
            </a:r>
            <a:r>
              <a:rPr lang="en-US" altLang="en-US" sz="3200" dirty="0">
                <a:latin typeface="Arial" panose="020B0604020202020204" pitchFamily="34" charset="0"/>
              </a:rPr>
              <a:t>:</a:t>
            </a:r>
          </a:p>
          <a:p>
            <a:pPr marL="627063" indent="287338" eaLnBrk="1" hangingPunct="1">
              <a:spcBef>
                <a:spcPct val="0"/>
              </a:spcBef>
            </a:pPr>
            <a:r>
              <a:rPr lang="en-US" altLang="en-US" sz="2400" dirty="0">
                <a:latin typeface="Arial" panose="020B0604020202020204" pitchFamily="34" charset="0"/>
              </a:rPr>
              <a:t>Quality</a:t>
            </a:r>
          </a:p>
          <a:p>
            <a:pPr marL="627063" indent="287338" eaLnBrk="1" hangingPunct="1">
              <a:spcBef>
                <a:spcPct val="0"/>
              </a:spcBef>
            </a:pPr>
            <a:r>
              <a:rPr lang="en-US" altLang="en-US" sz="2400" dirty="0">
                <a:latin typeface="Arial" panose="020B0604020202020204" pitchFamily="34" charset="0"/>
              </a:rPr>
              <a:t>Functional quality</a:t>
            </a:r>
          </a:p>
          <a:p>
            <a:pPr marL="627063" indent="287338" eaLnBrk="1" hangingPunct="1">
              <a:spcBef>
                <a:spcPct val="0"/>
              </a:spcBef>
            </a:pPr>
            <a:r>
              <a:rPr lang="en-US" altLang="en-US" sz="2400" dirty="0">
                <a:latin typeface="Arial" panose="020B0604020202020204" pitchFamily="34" charset="0"/>
              </a:rPr>
              <a:t>Structural Quality</a:t>
            </a:r>
          </a:p>
          <a:p>
            <a:pPr marL="627063" indent="287338" eaLnBrk="1" hangingPunct="1">
              <a:spcBef>
                <a:spcPct val="0"/>
              </a:spcBef>
            </a:pPr>
            <a:r>
              <a:rPr lang="en-US" altLang="en-US" sz="2400" dirty="0">
                <a:latin typeface="Arial" panose="020B0604020202020204" pitchFamily="34" charset="0"/>
              </a:rPr>
              <a:t>Process Quality</a:t>
            </a:r>
          </a:p>
          <a:p>
            <a:pPr marL="627063" indent="287338" eaLnBrk="1" hangingPunct="1">
              <a:spcBef>
                <a:spcPct val="0"/>
              </a:spcBef>
            </a:pPr>
            <a:r>
              <a:rPr lang="en-US" altLang="en-US" sz="2400" dirty="0">
                <a:latin typeface="Arial" panose="020B0604020202020204" pitchFamily="34" charset="0"/>
              </a:rPr>
              <a:t>Transcendent </a:t>
            </a:r>
          </a:p>
          <a:p>
            <a:pPr marL="627063" indent="287338" eaLnBrk="1" hangingPunct="1">
              <a:spcBef>
                <a:spcPct val="0"/>
              </a:spcBef>
            </a:pPr>
            <a:endParaRPr lang="en-US" altLang="en-US" sz="24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DF3A0E6-B47D-5075-57C3-1294D68FE9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315" y="1621624"/>
            <a:ext cx="11010508" cy="4525962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461963" indent="-461963">
              <a:lnSpc>
                <a:spcPct val="150000"/>
              </a:lnSpc>
              <a:spcBef>
                <a:spcPct val="0"/>
              </a:spcBef>
            </a:pPr>
            <a:r>
              <a:rPr lang="en-US" sz="2400" kern="1200" dirty="0">
                <a:latin typeface="Arial" panose="020B0604020202020204" pitchFamily="34" charset="0"/>
              </a:rPr>
              <a:t>Satisfying your customer's needs</a:t>
            </a:r>
          </a:p>
          <a:p>
            <a:pPr marL="461963" indent="-461963">
              <a:lnSpc>
                <a:spcPct val="150000"/>
              </a:lnSpc>
              <a:spcBef>
                <a:spcPct val="0"/>
              </a:spcBef>
            </a:pPr>
            <a:r>
              <a:rPr lang="en-US" sz="2400" kern="1200" dirty="0">
                <a:latin typeface="Arial" panose="020B0604020202020204" pitchFamily="34" charset="0"/>
              </a:rPr>
              <a:t>Performance upon expectations</a:t>
            </a:r>
          </a:p>
          <a:p>
            <a:pPr marL="461963" indent="-461963">
              <a:lnSpc>
                <a:spcPct val="150000"/>
              </a:lnSpc>
              <a:spcBef>
                <a:spcPct val="0"/>
              </a:spcBef>
            </a:pPr>
            <a:r>
              <a:rPr lang="en-US" sz="2400" kern="1200" dirty="0">
                <a:latin typeface="Arial" panose="020B0604020202020204" pitchFamily="34" charset="0"/>
              </a:rPr>
              <a:t>Fit for users’ operations</a:t>
            </a:r>
          </a:p>
          <a:p>
            <a:pPr marL="461963" indent="-461963">
              <a:lnSpc>
                <a:spcPct val="150000"/>
              </a:lnSpc>
              <a:spcBef>
                <a:spcPct val="0"/>
              </a:spcBef>
            </a:pPr>
            <a:r>
              <a:rPr lang="en-US" sz="2400" kern="1200" dirty="0">
                <a:latin typeface="Arial" panose="020B0604020202020204" pitchFamily="34" charset="0"/>
              </a:rPr>
              <a:t>Quality Quotes by “QUALITY EXPERTS”</a:t>
            </a:r>
          </a:p>
          <a:p>
            <a:pPr marL="762001" lvl="1" indent="-461963">
              <a:lnSpc>
                <a:spcPct val="150000"/>
              </a:lnSpc>
              <a:spcBef>
                <a:spcPct val="0"/>
              </a:spcBef>
            </a:pPr>
            <a:r>
              <a:rPr lang="en-US" sz="2025" b="1" kern="12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</a:rPr>
              <a:t>Dr. </a:t>
            </a:r>
            <a:r>
              <a:rPr lang="en-US" sz="2025" b="1" kern="1200" dirty="0" err="1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</a:rPr>
              <a:t>Juran</a:t>
            </a:r>
            <a:r>
              <a:rPr lang="en-US" sz="2025" b="1" kern="12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2025" kern="1200" dirty="0">
                <a:latin typeface="Arial" panose="020B0604020202020204" pitchFamily="34" charset="0"/>
              </a:rPr>
              <a:t>– “Quality is conformance to requirements”</a:t>
            </a:r>
          </a:p>
          <a:p>
            <a:pPr marL="762001" lvl="1" indent="-461963">
              <a:lnSpc>
                <a:spcPct val="150000"/>
              </a:lnSpc>
              <a:spcBef>
                <a:spcPct val="0"/>
              </a:spcBef>
            </a:pPr>
            <a:r>
              <a:rPr lang="en-US" sz="2025" b="1" kern="12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</a:rPr>
              <a:t>Dr. Edward Deming </a:t>
            </a:r>
            <a:r>
              <a:rPr lang="en-US" sz="2025" kern="1200" dirty="0">
                <a:latin typeface="Arial" panose="020B0604020202020204" pitchFamily="34" charset="0"/>
              </a:rPr>
              <a:t>– “Quality is a predictable degree of uniformity and dependability, at low cost and suited to the market”</a:t>
            </a:r>
          </a:p>
          <a:p>
            <a:pPr marL="762001" lvl="1" indent="-461963">
              <a:lnSpc>
                <a:spcPct val="150000"/>
              </a:lnSpc>
              <a:spcBef>
                <a:spcPct val="0"/>
              </a:spcBef>
            </a:pPr>
            <a:r>
              <a:rPr lang="en-US" sz="2025" b="1" kern="12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</a:rPr>
              <a:t>Mike Robinson </a:t>
            </a:r>
            <a:r>
              <a:rPr lang="en-US" sz="2025" kern="1200" dirty="0">
                <a:latin typeface="Arial" panose="020B0604020202020204" pitchFamily="34" charset="0"/>
              </a:rPr>
              <a:t>– “Quality is meeting the (appropriate) requirement of the customer – now and in the future”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726D44A-20F5-3B8B-7E8F-8BAF19482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10303496" cy="1138526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noAutofit/>
          </a:bodyPr>
          <a:lstStyle/>
          <a:p>
            <a:pPr algn="ctr" eaLnBrk="0" hangingPunct="0"/>
            <a:r>
              <a:rPr lang="en-US" sz="3200" kern="1200" dirty="0">
                <a:solidFill>
                  <a:srgbClr val="B40000"/>
                </a:solidFill>
                <a:latin typeface="Arial" panose="020B0604020202020204" pitchFamily="34" charset="0"/>
                <a:ea typeface="+mn-ea"/>
                <a:cs typeface="Calibri" panose="020F0502020204030204" pitchFamily="34" charset="0"/>
              </a:rPr>
              <a:t>What is Quality?</a:t>
            </a:r>
          </a:p>
        </p:txBody>
      </p:sp>
    </p:spTree>
    <p:extLst>
      <p:ext uri="{BB962C8B-B14F-4D97-AF65-F5344CB8AC3E}">
        <p14:creationId xmlns:p14="http://schemas.microsoft.com/office/powerpoint/2010/main" val="3707643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5">
            <a:extLst>
              <a:ext uri="{FF2B5EF4-FFF2-40B4-BE49-F238E27FC236}">
                <a16:creationId xmlns:a16="http://schemas.microsoft.com/office/drawing/2014/main" id="{EA98137C-C5C3-73C5-6C5F-92321BCDEC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93889" y="1585913"/>
            <a:ext cx="10982226" cy="4525962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/>
          <a:p>
            <a:pPr marL="461963" indent="-461963">
              <a:spcBef>
                <a:spcPct val="0"/>
              </a:spcBef>
            </a:pPr>
            <a:r>
              <a:rPr lang="en-US" altLang="en-US" sz="2400" kern="1200" dirty="0">
                <a:latin typeface="Arial" panose="020B0604020202020204" pitchFamily="34" charset="0"/>
              </a:rPr>
              <a:t>H</a:t>
            </a:r>
            <a:r>
              <a:rPr lang="en-US" sz="2400" kern="1200" dirty="0">
                <a:latin typeface="Arial" panose="020B0604020202020204" pitchFamily="34" charset="0"/>
              </a:rPr>
              <a:t>ow well a software product conforms to its requirements</a:t>
            </a:r>
          </a:p>
          <a:p>
            <a:pPr marL="461963" indent="-461963">
              <a:spcBef>
                <a:spcPct val="0"/>
              </a:spcBef>
            </a:pPr>
            <a:r>
              <a:rPr lang="en-US" altLang="en-US" sz="2400" kern="1200" dirty="0">
                <a:latin typeface="Arial" panose="020B0604020202020204" pitchFamily="34" charset="0"/>
              </a:rPr>
              <a:t>Meets the needs of its users</a:t>
            </a:r>
          </a:p>
          <a:p>
            <a:pPr marL="461963" indent="-461963">
              <a:spcBef>
                <a:spcPct val="0"/>
              </a:spcBef>
            </a:pPr>
            <a:r>
              <a:rPr lang="en-US" altLang="en-US" sz="2400" kern="1200" dirty="0">
                <a:latin typeface="Arial" panose="020B0604020202020204" pitchFamily="34" charset="0"/>
              </a:rPr>
              <a:t>Involves both the software product itself as well as the processes used to develop it.</a:t>
            </a:r>
          </a:p>
          <a:p>
            <a:pPr marL="914400" lvl="1" indent="-452438">
              <a:spcBef>
                <a:spcPct val="0"/>
              </a:spcBef>
            </a:pPr>
            <a:r>
              <a:rPr lang="en-US" altLang="en-US" sz="2025" kern="1200" dirty="0">
                <a:latin typeface="Arial" panose="020B0604020202020204" pitchFamily="34" charset="0"/>
              </a:rPr>
              <a:t>From the product perspective</a:t>
            </a:r>
          </a:p>
          <a:p>
            <a:pPr marL="1376363" lvl="2" indent="-461963">
              <a:spcBef>
                <a:spcPct val="0"/>
              </a:spcBef>
            </a:pPr>
            <a:r>
              <a:rPr lang="en-US" altLang="en-US" sz="1875" kern="1200" dirty="0">
                <a:latin typeface="Arial" panose="020B0604020202020204" pitchFamily="34" charset="0"/>
              </a:rPr>
              <a:t>Quality refers to characteristics like reliability, usability, performance, and security</a:t>
            </a:r>
          </a:p>
          <a:p>
            <a:pPr marL="914400" lvl="1" indent="-452438">
              <a:spcBef>
                <a:spcPct val="0"/>
              </a:spcBef>
            </a:pPr>
            <a:r>
              <a:rPr lang="en-US" altLang="en-US" sz="2025" kern="1200" dirty="0">
                <a:latin typeface="Arial" panose="020B0604020202020204" pitchFamily="34" charset="0"/>
              </a:rPr>
              <a:t>From the process perspective</a:t>
            </a:r>
          </a:p>
          <a:p>
            <a:pPr marL="1376363" lvl="2" indent="-461963">
              <a:spcBef>
                <a:spcPct val="0"/>
              </a:spcBef>
            </a:pPr>
            <a:r>
              <a:rPr lang="en-US" altLang="en-US" sz="1875" kern="1200" dirty="0">
                <a:latin typeface="Arial" panose="020B0604020202020204" pitchFamily="34" charset="0"/>
              </a:rPr>
              <a:t>Best-in-class practices that are likely to result in a higher quality product</a:t>
            </a:r>
          </a:p>
          <a:p>
            <a:pPr marL="0" indent="0" algn="ctr">
              <a:spcBef>
                <a:spcPct val="0"/>
              </a:spcBef>
              <a:buNone/>
            </a:pPr>
            <a:r>
              <a:rPr lang="en-US" sz="2400" b="1" i="1" dirty="0">
                <a:solidFill>
                  <a:srgbClr val="FF0000"/>
                </a:solidFill>
                <a:latin typeface="Open Sans" panose="020B0606030504020204" pitchFamily="34" charset="0"/>
              </a:rPr>
              <a:t>In conclusion software quality established from the interplay of people, processes, and technology</a:t>
            </a:r>
            <a:endParaRPr lang="en-US" altLang="en-US" sz="2800" b="1" i="1" kern="12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2290" name="Rectangle 4">
            <a:extLst>
              <a:ext uri="{FF2B5EF4-FFF2-40B4-BE49-F238E27FC236}">
                <a16:creationId xmlns:a16="http://schemas.microsoft.com/office/drawing/2014/main" id="{F3652BC4-1321-F101-6708-239749223F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0210800" cy="12066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noAutofit/>
          </a:bodyPr>
          <a:lstStyle/>
          <a:p>
            <a:pPr algn="ctr" eaLnBrk="0" hangingPunct="0"/>
            <a:r>
              <a:rPr lang="en-US" altLang="en-US" sz="3200" kern="1200" dirty="0">
                <a:solidFill>
                  <a:srgbClr val="B40000"/>
                </a:solidFill>
                <a:latin typeface="Arial" panose="020B0604020202020204" pitchFamily="34" charset="0"/>
                <a:ea typeface="+mn-ea"/>
                <a:cs typeface="Calibri" panose="020F0502020204030204" pitchFamily="34" charset="0"/>
              </a:rPr>
              <a:t>What is Software Quality?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8D09733A-E63C-0BA9-5BDF-DF002CF2FF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0341204" cy="1197204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noAutofit/>
          </a:bodyPr>
          <a:lstStyle/>
          <a:p>
            <a:pPr algn="ctr" eaLnBrk="0" hangingPunct="0"/>
            <a:r>
              <a:rPr lang="en-US" altLang="en-US" sz="3200" kern="1200" dirty="0">
                <a:solidFill>
                  <a:srgbClr val="B40000"/>
                </a:solidFill>
                <a:latin typeface="Arial" panose="020B0604020202020204" pitchFamily="34" charset="0"/>
                <a:ea typeface="+mn-ea"/>
                <a:cs typeface="Calibri" panose="020F0502020204030204" pitchFamily="34" charset="0"/>
              </a:rPr>
              <a:t>Challenges in maintaining Software Quality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5D09DE4-3A75-103D-F24C-C6A705764C8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31595" y="1585913"/>
            <a:ext cx="10982227" cy="4525962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/>
          <a:p>
            <a:pPr marL="461963" indent="-461963">
              <a:spcBef>
                <a:spcPct val="0"/>
              </a:spcBef>
            </a:pPr>
            <a:r>
              <a:rPr lang="en-US" altLang="en-US" sz="2400" kern="1200" dirty="0">
                <a:latin typeface="Arial" panose="020B0604020202020204" pitchFamily="34" charset="0"/>
              </a:rPr>
              <a:t>Struggle </a:t>
            </a:r>
            <a:r>
              <a:rPr lang="en-US" altLang="en-US" sz="2400" kern="1200" dirty="0">
                <a:solidFill>
                  <a:srgbClr val="002060"/>
                </a:solidFill>
                <a:latin typeface="Arial" panose="020B0604020202020204" pitchFamily="34" charset="0"/>
              </a:rPr>
              <a:t>getting</a:t>
            </a:r>
            <a:r>
              <a:rPr lang="en-US" altLang="en-US" sz="2400" kern="1200" dirty="0">
                <a:latin typeface="Arial" panose="020B0604020202020204" pitchFamily="34" charset="0"/>
              </a:rPr>
              <a:t> complete requirements (e.g., complete, consistent and clear)</a:t>
            </a:r>
          </a:p>
          <a:p>
            <a:pPr marL="461963" indent="-461963">
              <a:spcBef>
                <a:spcPct val="0"/>
              </a:spcBef>
            </a:pPr>
            <a:r>
              <a:rPr lang="en-US" altLang="en-US" sz="2400" kern="1200" dirty="0">
                <a:latin typeface="Arial" panose="020B0604020202020204" pitchFamily="34" charset="0"/>
              </a:rPr>
              <a:t>Off-track from original specifications</a:t>
            </a:r>
          </a:p>
          <a:p>
            <a:pPr marL="461963" indent="-461963">
              <a:spcBef>
                <a:spcPct val="0"/>
              </a:spcBef>
            </a:pPr>
            <a:r>
              <a:rPr lang="en-US" altLang="en-US" sz="2400" kern="1200" dirty="0">
                <a:latin typeface="Arial" panose="020B0604020202020204" pitchFamily="34" charset="0"/>
              </a:rPr>
              <a:t>Creating effective and efficient communication within stakeholders</a:t>
            </a:r>
          </a:p>
          <a:p>
            <a:pPr marL="461963" indent="-461963">
              <a:spcBef>
                <a:spcPct val="0"/>
              </a:spcBef>
            </a:pPr>
            <a:r>
              <a:rPr lang="en-US" altLang="en-US" sz="2400" kern="1200" dirty="0">
                <a:latin typeface="Arial" panose="020B0604020202020204" pitchFamily="34" charset="0"/>
              </a:rPr>
              <a:t>Design errors</a:t>
            </a:r>
          </a:p>
          <a:p>
            <a:pPr marL="461963" indent="-461963">
              <a:spcBef>
                <a:spcPct val="0"/>
              </a:spcBef>
            </a:pPr>
            <a:r>
              <a:rPr lang="en-US" altLang="en-US" sz="2400" kern="1200" dirty="0">
                <a:latin typeface="Arial" panose="020B0604020202020204" pitchFamily="34" charset="0"/>
              </a:rPr>
              <a:t>Coding </a:t>
            </a:r>
            <a:r>
              <a:rPr lang="en-US" altLang="en-US" sz="2400" kern="12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</a:rPr>
              <a:t>errors</a:t>
            </a:r>
          </a:p>
          <a:p>
            <a:pPr marL="461963" indent="-461963">
              <a:spcBef>
                <a:spcPct val="0"/>
              </a:spcBef>
            </a:pPr>
            <a:r>
              <a:rPr lang="en-US" altLang="en-US" sz="2400" kern="1200" dirty="0">
                <a:latin typeface="Arial" panose="020B0604020202020204" pitchFamily="34" charset="0"/>
              </a:rPr>
              <a:t>Non-compliance processes and procedures</a:t>
            </a:r>
          </a:p>
          <a:p>
            <a:pPr marL="461963" indent="-461963">
              <a:spcBef>
                <a:spcPct val="0"/>
              </a:spcBef>
            </a:pPr>
            <a:r>
              <a:rPr lang="en-US" altLang="en-US" sz="2400" kern="1200" dirty="0">
                <a:latin typeface="Arial" panose="020B0604020202020204" pitchFamily="34" charset="0"/>
              </a:rPr>
              <a:t>Inadequate evaluation (reviews &amp; tests)</a:t>
            </a:r>
          </a:p>
          <a:p>
            <a:pPr marL="461963" indent="-461963">
              <a:spcBef>
                <a:spcPct val="0"/>
              </a:spcBef>
            </a:pPr>
            <a:r>
              <a:rPr lang="en-US" altLang="en-US" sz="2400" kern="1200" dirty="0">
                <a:latin typeface="Arial" panose="020B0604020202020204" pitchFamily="34" charset="0"/>
              </a:rPr>
              <a:t>Improper and incomplete documentation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3">
            <a:extLst>
              <a:ext uri="{FF2B5EF4-FFF2-40B4-BE49-F238E27FC236}">
                <a16:creationId xmlns:a16="http://schemas.microsoft.com/office/drawing/2014/main" id="{B479C143-33ED-2AB8-0DC7-011A78C077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2169" y="1653496"/>
            <a:ext cx="5970220" cy="452596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b="1" dirty="0">
                <a:solidFill>
                  <a:srgbClr val="002060"/>
                </a:solidFill>
              </a:rPr>
              <a:t>Quality terminology </a:t>
            </a:r>
          </a:p>
          <a:p>
            <a:pPr lvl="1">
              <a:lnSpc>
                <a:spcPct val="90000"/>
              </a:lnSpc>
            </a:pPr>
            <a:r>
              <a:rPr lang="en-US" altLang="en-US" sz="2400" dirty="0">
                <a:solidFill>
                  <a:srgbClr val="002060"/>
                </a:solidFill>
              </a:rPr>
              <a:t>Functional quality</a:t>
            </a:r>
          </a:p>
          <a:p>
            <a:pPr lvl="2">
              <a:lnSpc>
                <a:spcPct val="90000"/>
              </a:lnSpc>
            </a:pPr>
            <a:r>
              <a:rPr lang="en-US" altLang="en-US" sz="2275" dirty="0">
                <a:solidFill>
                  <a:srgbClr val="002060"/>
                </a:solidFill>
              </a:rPr>
              <a:t>Software performs according to the user’s intention</a:t>
            </a:r>
          </a:p>
          <a:p>
            <a:pPr lvl="1">
              <a:lnSpc>
                <a:spcPct val="90000"/>
              </a:lnSpc>
            </a:pPr>
            <a:r>
              <a:rPr lang="en-US" altLang="en-US" sz="2425" dirty="0">
                <a:solidFill>
                  <a:srgbClr val="002060"/>
                </a:solidFill>
              </a:rPr>
              <a:t>Structural quality</a:t>
            </a:r>
          </a:p>
          <a:p>
            <a:pPr lvl="2">
              <a:lnSpc>
                <a:spcPct val="90000"/>
              </a:lnSpc>
            </a:pPr>
            <a:r>
              <a:rPr lang="en-US" altLang="en-US" sz="2275" dirty="0">
                <a:solidFill>
                  <a:srgbClr val="002060"/>
                </a:solidFill>
              </a:rPr>
              <a:t>The code organization. It makes testing easy</a:t>
            </a:r>
          </a:p>
          <a:p>
            <a:pPr lvl="1">
              <a:lnSpc>
                <a:spcPct val="90000"/>
              </a:lnSpc>
            </a:pPr>
            <a:r>
              <a:rPr lang="en-US" altLang="en-US" sz="2425" dirty="0">
                <a:solidFill>
                  <a:srgbClr val="002060"/>
                </a:solidFill>
              </a:rPr>
              <a:t>Process quality</a:t>
            </a:r>
          </a:p>
          <a:p>
            <a:pPr lvl="2">
              <a:lnSpc>
                <a:spcPct val="90000"/>
              </a:lnSpc>
            </a:pPr>
            <a:r>
              <a:rPr lang="en-US" altLang="en-US" sz="2275" dirty="0">
                <a:solidFill>
                  <a:srgbClr val="002060"/>
                </a:solidFill>
              </a:rPr>
              <a:t>Quality of the development process</a:t>
            </a:r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E2869AF9-0344-946B-6793-EECE526DA0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-1"/>
            <a:ext cx="10303497" cy="1201783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noAutofit/>
          </a:bodyPr>
          <a:lstStyle/>
          <a:p>
            <a:pPr algn="ctr" eaLnBrk="0" hangingPunct="0"/>
            <a:r>
              <a:rPr lang="en-US" altLang="en-US" sz="3200" kern="1200" dirty="0">
                <a:solidFill>
                  <a:srgbClr val="B40000"/>
                </a:solidFill>
                <a:latin typeface="Arial" panose="020B0604020202020204" pitchFamily="34" charset="0"/>
                <a:ea typeface="+mn-ea"/>
                <a:cs typeface="Calibri" panose="020F0502020204030204" pitchFamily="34" charset="0"/>
              </a:rPr>
              <a:t>Software Quality Fundamentals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256DC97-6B7A-D060-F828-B8E07553D4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668" y="1560404"/>
            <a:ext cx="5168070" cy="263452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B4FD66B-0A62-B2EF-B83F-C569CE1413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315" y="1322570"/>
            <a:ext cx="11001081" cy="4973727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</a:pPr>
            <a:r>
              <a:rPr lang="en-US" altLang="en-US" sz="2800" b="1" dirty="0">
                <a:solidFill>
                  <a:srgbClr val="002060"/>
                </a:solidFill>
              </a:rPr>
              <a:t>Major categories of software errors</a:t>
            </a:r>
          </a:p>
          <a:p>
            <a:pPr lvl="1">
              <a:lnSpc>
                <a:spcPct val="90000"/>
              </a:lnSpc>
            </a:pPr>
            <a:r>
              <a:rPr lang="en-US" altLang="en-US" sz="2400" dirty="0">
                <a:solidFill>
                  <a:srgbClr val="002060"/>
                </a:solidFill>
              </a:rPr>
              <a:t>Functionality Errors</a:t>
            </a:r>
          </a:p>
          <a:p>
            <a:pPr lvl="2">
              <a:lnSpc>
                <a:spcPct val="90000"/>
              </a:lnSpc>
            </a:pPr>
            <a:r>
              <a:rPr lang="en-US" altLang="en-US" sz="2000" dirty="0">
                <a:solidFill>
                  <a:srgbClr val="002060"/>
                </a:solidFill>
              </a:rPr>
              <a:t>The software is not perform as expected</a:t>
            </a:r>
          </a:p>
          <a:p>
            <a:pPr lvl="1">
              <a:lnSpc>
                <a:spcPct val="90000"/>
              </a:lnSpc>
            </a:pPr>
            <a:r>
              <a:rPr lang="en-US" altLang="en-US" sz="2400" dirty="0">
                <a:solidFill>
                  <a:srgbClr val="002060"/>
                </a:solidFill>
              </a:rPr>
              <a:t>Communication Errors </a:t>
            </a:r>
          </a:p>
          <a:p>
            <a:pPr lvl="2">
              <a:lnSpc>
                <a:spcPct val="90000"/>
              </a:lnSpc>
            </a:pPr>
            <a:r>
              <a:rPr lang="en-US" altLang="en-US" sz="2000" dirty="0">
                <a:solidFill>
                  <a:srgbClr val="002060"/>
                </a:solidFill>
              </a:rPr>
              <a:t>The user have difficulties or issues to use the software</a:t>
            </a:r>
          </a:p>
          <a:p>
            <a:pPr lvl="1">
              <a:lnSpc>
                <a:spcPct val="90000"/>
              </a:lnSpc>
            </a:pPr>
            <a:r>
              <a:rPr lang="en-US" altLang="en-US" sz="2400" dirty="0">
                <a:solidFill>
                  <a:srgbClr val="002060"/>
                </a:solidFill>
              </a:rPr>
              <a:t>Missing command errors</a:t>
            </a:r>
          </a:p>
          <a:p>
            <a:pPr lvl="2">
              <a:lnSpc>
                <a:spcPct val="90000"/>
              </a:lnSpc>
            </a:pPr>
            <a:r>
              <a:rPr lang="en-US" altLang="en-US" sz="2000" dirty="0">
                <a:solidFill>
                  <a:srgbClr val="002060"/>
                </a:solidFill>
              </a:rPr>
              <a:t>User could not be able to use the software due to expected command is missing </a:t>
            </a:r>
          </a:p>
          <a:p>
            <a:pPr lvl="1">
              <a:lnSpc>
                <a:spcPct val="90000"/>
              </a:lnSpc>
            </a:pPr>
            <a:r>
              <a:rPr lang="en-US" altLang="en-US" sz="2400" dirty="0">
                <a:solidFill>
                  <a:srgbClr val="002060"/>
                </a:solidFill>
              </a:rPr>
              <a:t>Syntactic Error</a:t>
            </a:r>
          </a:p>
          <a:p>
            <a:pPr lvl="2">
              <a:lnSpc>
                <a:spcPct val="90000"/>
              </a:lnSpc>
            </a:pPr>
            <a:r>
              <a:rPr lang="en-US" altLang="en-US" sz="2000" dirty="0">
                <a:solidFill>
                  <a:srgbClr val="002060"/>
                </a:solidFill>
              </a:rPr>
              <a:t>Misspelt words or grammatically incorrect sentences at GUI</a:t>
            </a:r>
          </a:p>
          <a:p>
            <a:pPr>
              <a:lnSpc>
                <a:spcPct val="90000"/>
              </a:lnSpc>
            </a:pPr>
            <a:endParaRPr lang="en-US" sz="2000" b="1" dirty="0">
              <a:solidFill>
                <a:srgbClr val="002060"/>
              </a:solidFill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EF724AD-72D7-F06E-ECCB-4251D522F2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" y="0"/>
            <a:ext cx="10334624" cy="114300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noAutofit/>
          </a:bodyPr>
          <a:lstStyle/>
          <a:p>
            <a:pPr algn="ctr" eaLnBrk="0" hangingPunct="0"/>
            <a:r>
              <a:rPr lang="en-US" altLang="en-US" sz="3200" kern="1200" dirty="0">
                <a:solidFill>
                  <a:srgbClr val="B40000"/>
                </a:solidFill>
                <a:latin typeface="Arial" panose="020B0604020202020204" pitchFamily="34" charset="0"/>
                <a:ea typeface="+mn-ea"/>
                <a:cs typeface="Calibri" panose="020F0502020204030204" pitchFamily="34" charset="0"/>
              </a:rPr>
              <a:t>Software Quality Fundamentals</a:t>
            </a:r>
          </a:p>
        </p:txBody>
      </p:sp>
    </p:spTree>
    <p:extLst>
      <p:ext uri="{BB962C8B-B14F-4D97-AF65-F5344CB8AC3E}">
        <p14:creationId xmlns:p14="http://schemas.microsoft.com/office/powerpoint/2010/main" val="26168591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60069C5-A690-1A3A-EC0F-54BDE13488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035" y="1697038"/>
            <a:ext cx="11010507" cy="4525962"/>
          </a:xfrm>
        </p:spPr>
        <p:txBody>
          <a:bodyPr/>
          <a:lstStyle/>
          <a:p>
            <a:pPr lvl="1">
              <a:lnSpc>
                <a:spcPct val="90000"/>
              </a:lnSpc>
            </a:pPr>
            <a:r>
              <a:rPr lang="en-US" sz="2800" dirty="0">
                <a:solidFill>
                  <a:srgbClr val="002060"/>
                </a:solidFill>
              </a:rPr>
              <a:t>Error handling errors</a:t>
            </a:r>
          </a:p>
          <a:p>
            <a:pPr lvl="2">
              <a:lnSpc>
                <a:spcPct val="90000"/>
              </a:lnSpc>
            </a:pPr>
            <a:r>
              <a:rPr lang="en-US" sz="2400" dirty="0">
                <a:solidFill>
                  <a:srgbClr val="002060"/>
                </a:solidFill>
              </a:rPr>
              <a:t>No proper warning message </a:t>
            </a:r>
          </a:p>
          <a:p>
            <a:pPr lvl="1">
              <a:lnSpc>
                <a:spcPct val="90000"/>
              </a:lnSpc>
            </a:pPr>
            <a:r>
              <a:rPr lang="en-US" sz="2800" dirty="0">
                <a:solidFill>
                  <a:srgbClr val="002060"/>
                </a:solidFill>
              </a:rPr>
              <a:t>Calculation Errors</a:t>
            </a:r>
          </a:p>
          <a:p>
            <a:pPr lvl="2">
              <a:lnSpc>
                <a:spcPct val="90000"/>
              </a:lnSpc>
            </a:pPr>
            <a:r>
              <a:rPr lang="en-US" sz="2400" dirty="0">
                <a:solidFill>
                  <a:srgbClr val="002060"/>
                </a:solidFill>
              </a:rPr>
              <a:t>Wrong output</a:t>
            </a:r>
          </a:p>
          <a:p>
            <a:pPr lvl="1">
              <a:lnSpc>
                <a:spcPct val="90000"/>
              </a:lnSpc>
            </a:pPr>
            <a:r>
              <a:rPr lang="en-US" sz="2800" dirty="0">
                <a:solidFill>
                  <a:srgbClr val="002060"/>
                </a:solidFill>
              </a:rPr>
              <a:t>Control flow errors</a:t>
            </a:r>
          </a:p>
          <a:p>
            <a:pPr lvl="2">
              <a:lnSpc>
                <a:spcPct val="90000"/>
              </a:lnSpc>
            </a:pPr>
            <a:r>
              <a:rPr lang="en-US" sz="2400" dirty="0">
                <a:solidFill>
                  <a:srgbClr val="002060"/>
                </a:solidFill>
              </a:rPr>
              <a:t>Did not show what it will do next and on what condition</a:t>
            </a:r>
          </a:p>
          <a:p>
            <a:endParaRPr lang="en-US" sz="2400" dirty="0">
              <a:solidFill>
                <a:srgbClr val="002060"/>
              </a:solidFill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6093242-9B71-990C-5A3C-6EA73BD0B4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0275216" cy="114300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noAutofit/>
          </a:bodyPr>
          <a:lstStyle/>
          <a:p>
            <a:pPr algn="ctr" eaLnBrk="0" hangingPunct="0"/>
            <a:r>
              <a:rPr lang="en-US" altLang="en-US" sz="3200" kern="1200" dirty="0">
                <a:solidFill>
                  <a:srgbClr val="B40000"/>
                </a:solidFill>
                <a:latin typeface="Arial" panose="020B0604020202020204" pitchFamily="34" charset="0"/>
                <a:ea typeface="+mn-ea"/>
                <a:cs typeface="Calibri" panose="020F0502020204030204" pitchFamily="34" charset="0"/>
              </a:rPr>
              <a:t>Software Quality Fundamentals</a:t>
            </a:r>
          </a:p>
        </p:txBody>
      </p:sp>
    </p:spTree>
    <p:extLst>
      <p:ext uri="{BB962C8B-B14F-4D97-AF65-F5344CB8AC3E}">
        <p14:creationId xmlns:p14="http://schemas.microsoft.com/office/powerpoint/2010/main" val="34981489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F63F7EE-32D2-DFF7-BD07-191EF0F3D7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743" y="1451760"/>
            <a:ext cx="11068290" cy="4800993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Different viewpoints of software quality;</a:t>
            </a:r>
          </a:p>
          <a:p>
            <a:pPr lvl="1">
              <a:lnSpc>
                <a:spcPct val="90000"/>
              </a:lnSpc>
            </a:pPr>
            <a:r>
              <a:rPr lang="en-US" sz="2000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 </a:t>
            </a:r>
            <a:r>
              <a:rPr lang="en-US" sz="2400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Transcendent </a:t>
            </a:r>
          </a:p>
          <a:p>
            <a:pPr lvl="2">
              <a:lnSpc>
                <a:spcPct val="90000"/>
              </a:lnSpc>
            </a:pPr>
            <a:r>
              <a:rPr lang="en-US" sz="1800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This view of software quality where we may have complete satisfaction; However, could not be able to describe or show such as level of satisfaction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Product-based </a:t>
            </a:r>
          </a:p>
          <a:p>
            <a:pPr lvl="2">
              <a:lnSpc>
                <a:spcPct val="90000"/>
              </a:lnSpc>
            </a:pPr>
            <a:r>
              <a:rPr lang="en-US" sz="1800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This view of software quality refers to the attributes or features that a software has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User-based</a:t>
            </a:r>
            <a:r>
              <a:rPr lang="en-US" sz="2000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 </a:t>
            </a:r>
          </a:p>
          <a:p>
            <a:pPr lvl="2">
              <a:lnSpc>
                <a:spcPct val="90000"/>
              </a:lnSpc>
            </a:pPr>
            <a:r>
              <a:rPr lang="en-US" sz="1800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This view of software quality, refers to fulfillment of user requirements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Process-based</a:t>
            </a:r>
          </a:p>
          <a:p>
            <a:pPr lvl="2">
              <a:lnSpc>
                <a:spcPct val="90000"/>
              </a:lnSpc>
            </a:pPr>
            <a:r>
              <a:rPr lang="en-US" sz="1800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This view of software quality is manifest how the software is conformed to design specifications and development standards.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Value-based</a:t>
            </a:r>
          </a:p>
          <a:p>
            <a:pPr lvl="2">
              <a:lnSpc>
                <a:spcPct val="90000"/>
              </a:lnSpc>
            </a:pPr>
            <a:r>
              <a:rPr lang="en-US" sz="1800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This view of software quality, if a software is apparently to be offering good value for the price and community.</a:t>
            </a:r>
          </a:p>
          <a:p>
            <a:pPr marL="0" indent="0">
              <a:lnSpc>
                <a:spcPct val="90000"/>
              </a:lnSpc>
              <a:buNone/>
            </a:pPr>
            <a:endParaRPr lang="en-US" sz="2400" b="1" dirty="0">
              <a:solidFill>
                <a:schemeClr val="accent6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CE606E0-2AEE-1DBF-7317-38D04B2787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" y="0"/>
            <a:ext cx="10334624" cy="1143000"/>
          </a:xfrm>
        </p:spPr>
        <p:txBody>
          <a:bodyPr>
            <a:noAutofit/>
          </a:bodyPr>
          <a:lstStyle/>
          <a:p>
            <a:pPr algn="ctr">
              <a:defRPr/>
            </a:pPr>
            <a:r>
              <a:rPr lang="en-US" altLang="en-US" sz="3200" kern="1200" dirty="0">
                <a:solidFill>
                  <a:srgbClr val="B40000"/>
                </a:solidFill>
                <a:latin typeface="Arial" panose="020B0604020202020204" pitchFamily="34" charset="0"/>
                <a:ea typeface="+mn-ea"/>
                <a:cs typeface="Calibri" panose="020F0502020204030204" pitchFamily="34" charset="0"/>
              </a:rPr>
              <a:t>Software Quality Fundamentals</a:t>
            </a:r>
          </a:p>
        </p:txBody>
      </p:sp>
    </p:spTree>
    <p:extLst>
      <p:ext uri="{BB962C8B-B14F-4D97-AF65-F5344CB8AC3E}">
        <p14:creationId xmlns:p14="http://schemas.microsoft.com/office/powerpoint/2010/main" val="41690964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3">
            <a:extLst>
              <a:ext uri="{FF2B5EF4-FFF2-40B4-BE49-F238E27FC236}">
                <a16:creationId xmlns:a16="http://schemas.microsoft.com/office/drawing/2014/main" id="{8D4F3E09-FFAC-DC8B-5991-FE023FF358F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2169" y="1697038"/>
            <a:ext cx="10991654" cy="4525962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</a:pPr>
            <a:r>
              <a:rPr lang="en-US" altLang="en-US" sz="2800" dirty="0">
                <a:solidFill>
                  <a:srgbClr val="002060"/>
                </a:solidFill>
              </a:rPr>
              <a:t>Quality is everyone in the development team’s responsibility which including customers, requirements, design, development, testing, and support. </a:t>
            </a:r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CCA385A9-BCA7-D84B-3F95-A5056F3FA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" y="1"/>
            <a:ext cx="10284642" cy="1201782"/>
          </a:xfrm>
        </p:spPr>
        <p:txBody>
          <a:bodyPr>
            <a:noAutofit/>
          </a:bodyPr>
          <a:lstStyle/>
          <a:p>
            <a:pPr algn="ctr">
              <a:defRPr/>
            </a:pPr>
            <a:r>
              <a:rPr lang="en-US" altLang="en-US" sz="3200" kern="1200" dirty="0">
                <a:solidFill>
                  <a:srgbClr val="B40000"/>
                </a:solidFill>
                <a:latin typeface="Arial" panose="020B0604020202020204" pitchFamily="34" charset="0"/>
                <a:ea typeface="+mn-ea"/>
                <a:cs typeface="Calibri" panose="020F0502020204030204" pitchFamily="34" charset="0"/>
              </a:rPr>
              <a:t>Who is responsible for Software Quality?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3">
            <a:extLst>
              <a:ext uri="{FF2B5EF4-FFF2-40B4-BE49-F238E27FC236}">
                <a16:creationId xmlns:a16="http://schemas.microsoft.com/office/drawing/2014/main" id="{96AE9897-CB52-C361-21DB-FD3536BAE15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93890" y="1374821"/>
            <a:ext cx="10991652" cy="5104356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</a:pPr>
            <a:r>
              <a:rPr lang="en-US" altLang="en-US" sz="2800" b="1" dirty="0">
                <a:solidFill>
                  <a:srgbClr val="002060"/>
                </a:solidFill>
              </a:rPr>
              <a:t>Incomplete requirements </a:t>
            </a:r>
          </a:p>
          <a:p>
            <a:pPr>
              <a:lnSpc>
                <a:spcPct val="90000"/>
              </a:lnSpc>
            </a:pPr>
            <a:r>
              <a:rPr lang="en-US" altLang="en-US" sz="2800" b="1" dirty="0">
                <a:solidFill>
                  <a:srgbClr val="002060"/>
                </a:solidFill>
              </a:rPr>
              <a:t>An unfocussed manager </a:t>
            </a:r>
            <a:r>
              <a:rPr lang="en-US" altLang="en-US" sz="2800" dirty="0">
                <a:solidFill>
                  <a:srgbClr val="002060"/>
                </a:solidFill>
              </a:rPr>
              <a:t>- may agree to fuzzy requirement, may result to failure product</a:t>
            </a:r>
          </a:p>
          <a:p>
            <a:pPr>
              <a:lnSpc>
                <a:spcPct val="90000"/>
              </a:lnSpc>
            </a:pPr>
            <a:r>
              <a:rPr lang="en-US" altLang="en-US" sz="2800" b="1" dirty="0">
                <a:solidFill>
                  <a:srgbClr val="002060"/>
                </a:solidFill>
              </a:rPr>
              <a:t>Developer misunderstand the requirement</a:t>
            </a:r>
            <a:r>
              <a:rPr lang="en-US" altLang="en-US" sz="2800" dirty="0">
                <a:solidFill>
                  <a:srgbClr val="002060"/>
                </a:solidFill>
              </a:rPr>
              <a:t>, resulting in code that doesn’t meet the customer’s intention.</a:t>
            </a:r>
          </a:p>
          <a:p>
            <a:pPr>
              <a:lnSpc>
                <a:spcPct val="90000"/>
              </a:lnSpc>
            </a:pPr>
            <a:r>
              <a:rPr lang="en-US" altLang="en-US" sz="2800" b="1" dirty="0">
                <a:solidFill>
                  <a:srgbClr val="002060"/>
                </a:solidFill>
              </a:rPr>
              <a:t>Communication issues </a:t>
            </a:r>
            <a:r>
              <a:rPr lang="en-US" altLang="en-US" sz="2800" dirty="0">
                <a:solidFill>
                  <a:srgbClr val="002060"/>
                </a:solidFill>
              </a:rPr>
              <a:t>between developer and QA</a:t>
            </a:r>
          </a:p>
          <a:p>
            <a:pPr>
              <a:lnSpc>
                <a:spcPct val="90000"/>
              </a:lnSpc>
            </a:pPr>
            <a:r>
              <a:rPr lang="en-US" altLang="en-US" sz="2800" b="1" dirty="0">
                <a:solidFill>
                  <a:srgbClr val="002060"/>
                </a:solidFill>
              </a:rPr>
              <a:t>Inefficient testing</a:t>
            </a:r>
            <a:r>
              <a:rPr lang="en-US" altLang="en-US" sz="2800" dirty="0">
                <a:solidFill>
                  <a:srgbClr val="002060"/>
                </a:solidFill>
              </a:rPr>
              <a:t> - QA engineer may ignore some test case that has worked correctly in the past, leading to undetected issues.</a:t>
            </a:r>
          </a:p>
          <a:p>
            <a:pPr>
              <a:lnSpc>
                <a:spcPct val="90000"/>
              </a:lnSpc>
            </a:pPr>
            <a:r>
              <a:rPr lang="en-US" altLang="en-US" sz="2800" b="1" dirty="0">
                <a:solidFill>
                  <a:srgbClr val="002060"/>
                </a:solidFill>
              </a:rPr>
              <a:t>Ignorance DevOps engineer </a:t>
            </a:r>
            <a:r>
              <a:rPr lang="en-US" altLang="en-US" sz="2800" dirty="0">
                <a:solidFill>
                  <a:srgbClr val="002060"/>
                </a:solidFill>
              </a:rPr>
              <a:t>may overlook on some critical script during deployment, causing the software to fail.</a:t>
            </a:r>
          </a:p>
          <a:p>
            <a:pPr>
              <a:lnSpc>
                <a:spcPct val="90000"/>
              </a:lnSpc>
            </a:pPr>
            <a:endParaRPr lang="en-US" altLang="en-US" sz="2800" dirty="0">
              <a:solidFill>
                <a:srgbClr val="002060"/>
              </a:solidFill>
            </a:endParaRPr>
          </a:p>
          <a:p>
            <a:pPr>
              <a:lnSpc>
                <a:spcPct val="90000"/>
              </a:lnSpc>
            </a:pPr>
            <a:endParaRPr lang="en-US" altLang="en-US" sz="2800" dirty="0">
              <a:solidFill>
                <a:srgbClr val="002060"/>
              </a:solidFill>
            </a:endParaRPr>
          </a:p>
          <a:p>
            <a:pPr>
              <a:lnSpc>
                <a:spcPct val="90000"/>
              </a:lnSpc>
            </a:pPr>
            <a:endParaRPr lang="en-US" altLang="en-US" sz="2800" dirty="0">
              <a:solidFill>
                <a:srgbClr val="002060"/>
              </a:solidFill>
            </a:endParaRPr>
          </a:p>
          <a:p>
            <a:pPr>
              <a:lnSpc>
                <a:spcPct val="90000"/>
              </a:lnSpc>
            </a:pPr>
            <a:endParaRPr lang="en-US" altLang="en-US" sz="2800" dirty="0">
              <a:solidFill>
                <a:srgbClr val="002060"/>
              </a:solidFill>
            </a:endParaRPr>
          </a:p>
          <a:p>
            <a:pPr>
              <a:lnSpc>
                <a:spcPct val="90000"/>
              </a:lnSpc>
            </a:pPr>
            <a:endParaRPr lang="en-US" altLang="en-US" sz="2800" dirty="0">
              <a:solidFill>
                <a:srgbClr val="002060"/>
              </a:solidFill>
            </a:endParaRPr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B63D50A4-C441-939E-3302-28062CA063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" y="0"/>
            <a:ext cx="10256362" cy="1187777"/>
          </a:xfrm>
        </p:spPr>
        <p:txBody>
          <a:bodyPr wrap="square">
            <a:noAutofit/>
          </a:bodyPr>
          <a:lstStyle/>
          <a:p>
            <a:pPr algn="ctr">
              <a:defRPr/>
            </a:pPr>
            <a:r>
              <a:rPr lang="en-US" altLang="en-US" sz="3200" kern="1200" dirty="0">
                <a:solidFill>
                  <a:srgbClr val="B40000"/>
                </a:solidFill>
                <a:latin typeface="Arial" panose="020B0604020202020204" pitchFamily="34" charset="0"/>
                <a:ea typeface="+mn-ea"/>
                <a:cs typeface="Calibri" panose="020F0502020204030204" pitchFamily="34" charset="0"/>
              </a:rPr>
              <a:t>Quality issues at different stages of the SDLC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Content Placeholder 2">
            <a:extLst>
              <a:ext uri="{FF2B5EF4-FFF2-40B4-BE49-F238E27FC236}">
                <a16:creationId xmlns:a16="http://schemas.microsoft.com/office/drawing/2014/main" id="{78D5C4E1-C178-15DB-1F1A-6F55C53769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462" y="1470616"/>
            <a:ext cx="10982227" cy="4930184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</a:pPr>
            <a:r>
              <a:rPr lang="en-US" altLang="en-US" sz="2800" b="1" dirty="0">
                <a:solidFill>
                  <a:srgbClr val="002060"/>
                </a:solidFill>
              </a:rPr>
              <a:t>Predictability</a:t>
            </a:r>
          </a:p>
          <a:p>
            <a:pPr lvl="1"/>
            <a:r>
              <a:rPr lang="en-US" altLang="en-US" sz="2400" dirty="0"/>
              <a:t>It ensure “Do it once and do it right” concept</a:t>
            </a:r>
          </a:p>
          <a:p>
            <a:pPr lvl="1"/>
            <a:r>
              <a:rPr lang="en-US" altLang="en-US" sz="2400" dirty="0"/>
              <a:t>There will be less re-work </a:t>
            </a:r>
          </a:p>
          <a:p>
            <a:pPr lvl="1"/>
            <a:r>
              <a:rPr lang="en-US" altLang="en-US" sz="2400" dirty="0"/>
              <a:t>There will Less variation in productivity</a:t>
            </a:r>
          </a:p>
          <a:p>
            <a:pPr>
              <a:lnSpc>
                <a:spcPct val="90000"/>
              </a:lnSpc>
            </a:pPr>
            <a:r>
              <a:rPr lang="en-US" altLang="en-US" sz="2800" b="1" dirty="0">
                <a:solidFill>
                  <a:srgbClr val="002060"/>
                </a:solidFill>
              </a:rPr>
              <a:t>Reputation</a:t>
            </a:r>
          </a:p>
          <a:p>
            <a:pPr lvl="1"/>
            <a:r>
              <a:rPr lang="en-US" altLang="en-US" sz="2400" dirty="0"/>
              <a:t>Build customer trust</a:t>
            </a:r>
          </a:p>
          <a:p>
            <a:pPr>
              <a:lnSpc>
                <a:spcPct val="90000"/>
              </a:lnSpc>
            </a:pPr>
            <a:r>
              <a:rPr lang="en-US" altLang="en-US" sz="2800" b="1" dirty="0">
                <a:solidFill>
                  <a:srgbClr val="002060"/>
                </a:solidFill>
              </a:rPr>
              <a:t>Employee Morale</a:t>
            </a:r>
          </a:p>
          <a:p>
            <a:pPr lvl="1"/>
            <a:r>
              <a:rPr lang="en-US" altLang="en-US" sz="2400" dirty="0"/>
              <a:t>Happy employees have pride in their work</a:t>
            </a:r>
          </a:p>
          <a:p>
            <a:pPr>
              <a:lnSpc>
                <a:spcPct val="90000"/>
              </a:lnSpc>
            </a:pPr>
            <a:r>
              <a:rPr lang="en-US" altLang="en-US" sz="2800" b="1" dirty="0">
                <a:solidFill>
                  <a:srgbClr val="002060"/>
                </a:solidFill>
              </a:rPr>
              <a:t>Customer Satisfaction</a:t>
            </a:r>
          </a:p>
          <a:p>
            <a:pPr lvl="1"/>
            <a:r>
              <a:rPr lang="en-US" altLang="en-US" sz="2400" dirty="0"/>
              <a:t>A satisfied customer comes back business collaboration</a:t>
            </a:r>
          </a:p>
        </p:txBody>
      </p:sp>
      <p:sp>
        <p:nvSpPr>
          <p:cNvPr id="17410" name="Title 1">
            <a:extLst>
              <a:ext uri="{FF2B5EF4-FFF2-40B4-BE49-F238E27FC236}">
                <a16:creationId xmlns:a16="http://schemas.microsoft.com/office/drawing/2014/main" id="{C8ECB798-F8B9-7908-538F-9465994E3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0"/>
            <a:ext cx="10334626" cy="1184366"/>
          </a:xfrm>
        </p:spPr>
        <p:txBody>
          <a:bodyPr>
            <a:noAutofit/>
          </a:bodyPr>
          <a:lstStyle/>
          <a:p>
            <a:pPr algn="ctr">
              <a:defRPr/>
            </a:pPr>
            <a:r>
              <a:rPr lang="en-US" altLang="en-US" sz="3200" kern="1200" dirty="0">
                <a:solidFill>
                  <a:srgbClr val="B40000"/>
                </a:solidFill>
                <a:latin typeface="Arial" panose="020B0604020202020204" pitchFamily="34" charset="0"/>
                <a:ea typeface="+mn-ea"/>
                <a:cs typeface="Calibri" panose="020F0502020204030204" pitchFamily="34" charset="0"/>
              </a:rPr>
              <a:t>Why Software Quality needed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3C5F02A2-6CC9-3916-0E45-5F320FA58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312924" cy="1201783"/>
          </a:xfrm>
        </p:spPr>
        <p:txBody>
          <a:bodyPr>
            <a:noAutofit/>
          </a:bodyPr>
          <a:lstStyle/>
          <a:p>
            <a:pPr algn="ctr">
              <a:defRPr/>
            </a:pPr>
            <a:r>
              <a:rPr lang="en-US" altLang="en-US" sz="3200" kern="1200" dirty="0">
                <a:solidFill>
                  <a:srgbClr val="B40000"/>
                </a:solidFill>
                <a:latin typeface="Arial" panose="020B0604020202020204" pitchFamily="34" charset="0"/>
                <a:ea typeface="+mn-ea"/>
                <a:cs typeface="Calibri" panose="020F0502020204030204" pitchFamily="34" charset="0"/>
              </a:rPr>
              <a:t>Software Quality Processes</a:t>
            </a:r>
          </a:p>
        </p:txBody>
      </p:sp>
      <p:pic>
        <p:nvPicPr>
          <p:cNvPr id="8" name="Content Placeholder 7" descr="A diagram of quality assurance&#10;&#10;Description automatically generated">
            <a:extLst>
              <a:ext uri="{FF2B5EF4-FFF2-40B4-BE49-F238E27FC236}">
                <a16:creationId xmlns:a16="http://schemas.microsoft.com/office/drawing/2014/main" id="{61CAC256-02A0-2EDC-0E8D-7AEC18C66A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3381" y="1166019"/>
            <a:ext cx="5845239" cy="4525962"/>
          </a:xfr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ext Box 9">
            <a:extLst>
              <a:ext uri="{FF2B5EF4-FFF2-40B4-BE49-F238E27FC236}">
                <a16:creationId xmlns:a16="http://schemas.microsoft.com/office/drawing/2014/main" id="{713004A6-1B36-4479-F8D3-CE05AF7D65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" y="0"/>
            <a:ext cx="10303496" cy="11972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 anchorCtr="1">
            <a:no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PT Sans" panose="020B0503020203020204" pitchFamily="34" charset="0"/>
                <a:cs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PT Sans" panose="020B0503020203020204" pitchFamily="34" charset="0"/>
                <a:cs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300">
                <a:solidFill>
                  <a:schemeClr val="tx1"/>
                </a:solidFill>
                <a:latin typeface="PT Sans" panose="020B0503020203020204" pitchFamily="34" charset="0"/>
                <a:cs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100">
                <a:solidFill>
                  <a:schemeClr val="tx1"/>
                </a:solidFill>
                <a:latin typeface="PT Sans" panose="020B0503020203020204" pitchFamily="34" charset="0"/>
                <a:cs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900">
                <a:solidFill>
                  <a:schemeClr val="tx1"/>
                </a:solidFill>
                <a:latin typeface="PT Sans" panose="020B0503020203020204" pitchFamily="34" charset="0"/>
                <a:cs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">
                <a:solidFill>
                  <a:schemeClr val="tx1"/>
                </a:solidFill>
                <a:latin typeface="PT Sans" panose="020B0503020203020204" pitchFamily="34" charset="0"/>
                <a:cs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">
                <a:solidFill>
                  <a:schemeClr val="tx1"/>
                </a:solidFill>
                <a:latin typeface="PT Sans" panose="020B0503020203020204" pitchFamily="34" charset="0"/>
                <a:cs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">
                <a:solidFill>
                  <a:schemeClr val="tx1"/>
                </a:solidFill>
                <a:latin typeface="PT Sans" panose="020B0503020203020204" pitchFamily="34" charset="0"/>
                <a:cs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">
                <a:solidFill>
                  <a:schemeClr val="tx1"/>
                </a:solidFill>
                <a:latin typeface="PT Sans" panose="020B0503020203020204" pitchFamily="34" charset="0"/>
                <a:cs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3200" b="1" dirty="0">
                <a:solidFill>
                  <a:srgbClr val="B40000"/>
                </a:solidFill>
                <a:latin typeface="Arial" panose="020B0604020202020204" pitchFamily="34" charset="0"/>
              </a:rPr>
              <a:t>Summary of Main Teaching Points</a:t>
            </a:r>
            <a:endParaRPr lang="en-US" altLang="en-US" sz="3200" dirty="0">
              <a:solidFill>
                <a:srgbClr val="B4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65277EF-8762-52A5-52A6-B77EFEF709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315" y="1530894"/>
            <a:ext cx="10963374" cy="4995862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50000"/>
              </a:lnSpc>
            </a:pPr>
            <a:r>
              <a:rPr lang="en-US" altLang="en-US" sz="2800" b="1" dirty="0">
                <a:solidFill>
                  <a:srgbClr val="002060"/>
                </a:solidFill>
              </a:rPr>
              <a:t>Quality</a:t>
            </a:r>
          </a:p>
          <a:p>
            <a:pPr>
              <a:lnSpc>
                <a:spcPct val="150000"/>
              </a:lnSpc>
            </a:pPr>
            <a:r>
              <a:rPr lang="en-US" altLang="en-US" sz="2800" b="1" dirty="0">
                <a:solidFill>
                  <a:srgbClr val="002060"/>
                </a:solidFill>
              </a:rPr>
              <a:t>Software Quality</a:t>
            </a:r>
          </a:p>
          <a:p>
            <a:pPr>
              <a:lnSpc>
                <a:spcPct val="150000"/>
              </a:lnSpc>
            </a:pPr>
            <a:r>
              <a:rPr lang="en-US" altLang="en-US" sz="2800" b="1" dirty="0">
                <a:solidFill>
                  <a:srgbClr val="002060"/>
                </a:solidFill>
              </a:rPr>
              <a:t>Software Quality Fundamentals</a:t>
            </a:r>
          </a:p>
          <a:p>
            <a:pPr>
              <a:lnSpc>
                <a:spcPct val="150000"/>
              </a:lnSpc>
            </a:pPr>
            <a:r>
              <a:rPr lang="en-US" altLang="en-US" sz="2800" b="1" dirty="0">
                <a:solidFill>
                  <a:srgbClr val="002060"/>
                </a:solidFill>
              </a:rPr>
              <a:t>Person in-charge for </a:t>
            </a:r>
            <a:r>
              <a:rPr lang="en-US" altLang="en-US" sz="2800" b="1">
                <a:solidFill>
                  <a:srgbClr val="002060"/>
                </a:solidFill>
              </a:rPr>
              <a:t>Software Quality</a:t>
            </a:r>
            <a:endParaRPr lang="en-US" altLang="en-US" sz="2800" b="1" dirty="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en-US" sz="2800" b="1" dirty="0">
                <a:solidFill>
                  <a:srgbClr val="002060"/>
                </a:solidFill>
              </a:rPr>
              <a:t>Important of Software Quality</a:t>
            </a:r>
          </a:p>
          <a:p>
            <a:pPr>
              <a:lnSpc>
                <a:spcPct val="150000"/>
              </a:lnSpc>
            </a:pPr>
            <a:r>
              <a:rPr lang="en-US" altLang="en-US" sz="2800" b="1" dirty="0">
                <a:solidFill>
                  <a:srgbClr val="002060"/>
                </a:solidFill>
              </a:rPr>
              <a:t>Software Quality Processes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ext Box 4">
            <a:extLst>
              <a:ext uri="{FF2B5EF4-FFF2-40B4-BE49-F238E27FC236}">
                <a16:creationId xmlns:a16="http://schemas.microsoft.com/office/drawing/2014/main" id="{240D7E5A-E66E-BB53-EB8C-E07A7C6637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1" y="2286000"/>
            <a:ext cx="4968875" cy="155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PT Sans" panose="020B0503020203020204" pitchFamily="34" charset="0"/>
                <a:cs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PT Sans" panose="020B0503020203020204" pitchFamily="34" charset="0"/>
                <a:cs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300">
                <a:solidFill>
                  <a:schemeClr val="tx1"/>
                </a:solidFill>
                <a:latin typeface="PT Sans" panose="020B0503020203020204" pitchFamily="34" charset="0"/>
                <a:cs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100">
                <a:solidFill>
                  <a:schemeClr val="tx1"/>
                </a:solidFill>
                <a:latin typeface="PT Sans" panose="020B0503020203020204" pitchFamily="34" charset="0"/>
                <a:cs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900">
                <a:solidFill>
                  <a:schemeClr val="tx1"/>
                </a:solidFill>
                <a:latin typeface="PT Sans" panose="020B0503020203020204" pitchFamily="34" charset="0"/>
                <a:cs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">
                <a:solidFill>
                  <a:schemeClr val="tx1"/>
                </a:solidFill>
                <a:latin typeface="PT Sans" panose="020B0503020203020204" pitchFamily="34" charset="0"/>
                <a:cs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">
                <a:solidFill>
                  <a:schemeClr val="tx1"/>
                </a:solidFill>
                <a:latin typeface="PT Sans" panose="020B0503020203020204" pitchFamily="34" charset="0"/>
                <a:cs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">
                <a:solidFill>
                  <a:schemeClr val="tx1"/>
                </a:solidFill>
                <a:latin typeface="PT Sans" panose="020B0503020203020204" pitchFamily="34" charset="0"/>
                <a:cs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">
                <a:solidFill>
                  <a:schemeClr val="tx1"/>
                </a:solidFill>
                <a:latin typeface="PT Sans" panose="020B0503020203020204" pitchFamily="34" charset="0"/>
                <a:cs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9600">
                <a:latin typeface="Arial" panose="020B0604020202020204" pitchFamily="34" charset="0"/>
              </a:rPr>
              <a:t>Q &amp; A</a:t>
            </a:r>
          </a:p>
        </p:txBody>
      </p:sp>
      <p:sp>
        <p:nvSpPr>
          <p:cNvPr id="77827" name="Text Box 5">
            <a:extLst>
              <a:ext uri="{FF2B5EF4-FFF2-40B4-BE49-F238E27FC236}">
                <a16:creationId xmlns:a16="http://schemas.microsoft.com/office/drawing/2014/main" id="{D3066F2C-586F-9032-24D0-21DC776925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0237509" cy="11783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 anchorCtr="1">
            <a:no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PT Sans" panose="020B0503020203020204" pitchFamily="34" charset="0"/>
                <a:cs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PT Sans" panose="020B0503020203020204" pitchFamily="34" charset="0"/>
                <a:cs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300">
                <a:solidFill>
                  <a:schemeClr val="tx1"/>
                </a:solidFill>
                <a:latin typeface="PT Sans" panose="020B0503020203020204" pitchFamily="34" charset="0"/>
                <a:cs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100">
                <a:solidFill>
                  <a:schemeClr val="tx1"/>
                </a:solidFill>
                <a:latin typeface="PT Sans" panose="020B0503020203020204" pitchFamily="34" charset="0"/>
                <a:cs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900">
                <a:solidFill>
                  <a:schemeClr val="tx1"/>
                </a:solidFill>
                <a:latin typeface="PT Sans" panose="020B0503020203020204" pitchFamily="34" charset="0"/>
                <a:cs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">
                <a:solidFill>
                  <a:schemeClr val="tx1"/>
                </a:solidFill>
                <a:latin typeface="PT Sans" panose="020B0503020203020204" pitchFamily="34" charset="0"/>
                <a:cs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">
                <a:solidFill>
                  <a:schemeClr val="tx1"/>
                </a:solidFill>
                <a:latin typeface="PT Sans" panose="020B0503020203020204" pitchFamily="34" charset="0"/>
                <a:cs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">
                <a:solidFill>
                  <a:schemeClr val="tx1"/>
                </a:solidFill>
                <a:latin typeface="PT Sans" panose="020B0503020203020204" pitchFamily="34" charset="0"/>
                <a:cs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">
                <a:solidFill>
                  <a:schemeClr val="tx1"/>
                </a:solidFill>
                <a:latin typeface="PT Sans" panose="020B0503020203020204" pitchFamily="34" charset="0"/>
                <a:cs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3200" b="1" dirty="0">
                <a:solidFill>
                  <a:srgbClr val="B40000"/>
                </a:solidFill>
                <a:latin typeface="Arial" panose="020B0604020202020204" pitchFamily="34" charset="0"/>
              </a:rPr>
              <a:t>Question and Answer Session</a:t>
            </a:r>
            <a:endParaRPr lang="en-US" altLang="en-US" sz="3200" dirty="0">
              <a:solidFill>
                <a:srgbClr val="B4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ext Box 3">
            <a:extLst>
              <a:ext uri="{FF2B5EF4-FFF2-40B4-BE49-F238E27FC236}">
                <a16:creationId xmlns:a16="http://schemas.microsoft.com/office/drawing/2014/main" id="{AAFF3002-A1BC-0CFB-AED7-81034F9FE9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5231"/>
            <a:ext cx="7750630" cy="13271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 anchorCtr="1">
            <a:no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PT Sans" panose="020B0503020203020204" pitchFamily="34" charset="0"/>
                <a:cs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PT Sans" panose="020B0503020203020204" pitchFamily="34" charset="0"/>
                <a:cs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300">
                <a:solidFill>
                  <a:schemeClr val="tx1"/>
                </a:solidFill>
                <a:latin typeface="PT Sans" panose="020B0503020203020204" pitchFamily="34" charset="0"/>
                <a:cs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100">
                <a:solidFill>
                  <a:schemeClr val="tx1"/>
                </a:solidFill>
                <a:latin typeface="PT Sans" panose="020B0503020203020204" pitchFamily="34" charset="0"/>
                <a:cs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900">
                <a:solidFill>
                  <a:schemeClr val="tx1"/>
                </a:solidFill>
                <a:latin typeface="PT Sans" panose="020B0503020203020204" pitchFamily="34" charset="0"/>
                <a:cs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">
                <a:solidFill>
                  <a:schemeClr val="tx1"/>
                </a:solidFill>
                <a:latin typeface="PT Sans" panose="020B0503020203020204" pitchFamily="34" charset="0"/>
                <a:cs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">
                <a:solidFill>
                  <a:schemeClr val="tx1"/>
                </a:solidFill>
                <a:latin typeface="PT Sans" panose="020B0503020203020204" pitchFamily="34" charset="0"/>
                <a:cs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">
                <a:solidFill>
                  <a:schemeClr val="tx1"/>
                </a:solidFill>
                <a:latin typeface="PT Sans" panose="020B0503020203020204" pitchFamily="34" charset="0"/>
                <a:cs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">
                <a:solidFill>
                  <a:schemeClr val="tx1"/>
                </a:solidFill>
                <a:latin typeface="PT Sans" panose="020B0503020203020204" pitchFamily="34" charset="0"/>
                <a:cs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3200" b="1" dirty="0">
                <a:solidFill>
                  <a:srgbClr val="B40000"/>
                </a:solidFill>
                <a:latin typeface="Arial" panose="020B0604020202020204" pitchFamily="34" charset="0"/>
              </a:rPr>
              <a:t>Next Session</a:t>
            </a:r>
            <a:endParaRPr lang="en-US" altLang="en-US" sz="3200" dirty="0">
              <a:solidFill>
                <a:srgbClr val="B40000"/>
              </a:solidFill>
              <a:latin typeface="Arial" panose="020B0604020202020204" pitchFamily="34" charset="0"/>
            </a:endParaRPr>
          </a:p>
        </p:txBody>
      </p:sp>
      <p:sp>
        <p:nvSpPr>
          <p:cNvPr id="78851" name="Text Box 11">
            <a:extLst>
              <a:ext uri="{FF2B5EF4-FFF2-40B4-BE49-F238E27FC236}">
                <a16:creationId xmlns:a16="http://schemas.microsoft.com/office/drawing/2014/main" id="{CA380BF2-FBD0-91E8-9B24-F31AA943E4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366" y="1157589"/>
            <a:ext cx="11200876" cy="5077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 anchorCtr="1">
            <a:noAutofit/>
          </a:bodyPr>
          <a:lstStyle>
            <a:lvl1pPr marL="514350" indent="-51435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PT Sans" panose="020B0503020203020204" pitchFamily="34" charset="0"/>
                <a:cs typeface="Calibri" panose="020F0502020204030204" pitchFamily="34" charset="0"/>
              </a:defRPr>
            </a:lvl1pPr>
            <a:lvl2pPr marL="1028700" indent="-5715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PT Sans" panose="020B0503020203020204" pitchFamily="34" charset="0"/>
                <a:cs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300">
                <a:solidFill>
                  <a:schemeClr val="tx1"/>
                </a:solidFill>
                <a:latin typeface="PT Sans" panose="020B0503020203020204" pitchFamily="34" charset="0"/>
                <a:cs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100">
                <a:solidFill>
                  <a:schemeClr val="tx1"/>
                </a:solidFill>
                <a:latin typeface="PT Sans" panose="020B0503020203020204" pitchFamily="34" charset="0"/>
                <a:cs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900">
                <a:solidFill>
                  <a:schemeClr val="tx1"/>
                </a:solidFill>
                <a:latin typeface="PT Sans" panose="020B0503020203020204" pitchFamily="34" charset="0"/>
                <a:cs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">
                <a:solidFill>
                  <a:schemeClr val="tx1"/>
                </a:solidFill>
                <a:latin typeface="PT Sans" panose="020B0503020203020204" pitchFamily="34" charset="0"/>
                <a:cs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">
                <a:solidFill>
                  <a:schemeClr val="tx1"/>
                </a:solidFill>
                <a:latin typeface="PT Sans" panose="020B0503020203020204" pitchFamily="34" charset="0"/>
                <a:cs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">
                <a:solidFill>
                  <a:schemeClr val="tx1"/>
                </a:solidFill>
                <a:latin typeface="PT Sans" panose="020B0503020203020204" pitchFamily="34" charset="0"/>
                <a:cs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">
                <a:solidFill>
                  <a:schemeClr val="tx1"/>
                </a:solidFill>
                <a:latin typeface="PT Sans" panose="020B0503020203020204" pitchFamily="34" charset="0"/>
                <a:cs typeface="Calibri" panose="020F0502020204030204" pitchFamily="34" charset="0"/>
              </a:defRPr>
            </a:lvl9pPr>
          </a:lstStyle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US" altLang="en-US" sz="3200" dirty="0">
                <a:latin typeface="Arial" panose="020B0604020202020204" pitchFamily="34" charset="0"/>
              </a:rPr>
              <a:t>Process Model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CTI-Template-foundation-level">
  <a:themeElements>
    <a:clrScheme name="APU-2023">
      <a:dk1>
        <a:srgbClr val="082F50"/>
      </a:dk1>
      <a:lt1>
        <a:srgbClr val="FFFFFF"/>
      </a:lt1>
      <a:dk2>
        <a:srgbClr val="0070C0"/>
      </a:dk2>
      <a:lt2>
        <a:srgbClr val="C0F9FC"/>
      </a:lt2>
      <a:accent1>
        <a:srgbClr val="00B0F0"/>
      </a:accent1>
      <a:accent2>
        <a:srgbClr val="079244"/>
      </a:accent2>
      <a:accent3>
        <a:srgbClr val="E02C32"/>
      </a:accent3>
      <a:accent4>
        <a:srgbClr val="45D7EA"/>
      </a:accent4>
      <a:accent5>
        <a:srgbClr val="FAC41B"/>
      </a:accent5>
      <a:accent6>
        <a:srgbClr val="082F50"/>
      </a:accent6>
      <a:hlink>
        <a:srgbClr val="9AB1D0"/>
      </a:hlink>
      <a:folHlink>
        <a:srgbClr val="0D3358"/>
      </a:folHlink>
    </a:clrScheme>
    <a:fontScheme name="APU-2023">
      <a:majorFont>
        <a:latin typeface="PT Sans"/>
        <a:ea typeface=""/>
        <a:cs typeface=""/>
      </a:majorFont>
      <a:minorFont>
        <a:latin typeface="PT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UCTI-Template-foundation-leve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B5DC56E0AE90D4A9F107617A58308AF" ma:contentTypeVersion="3" ma:contentTypeDescription="Create a new document." ma:contentTypeScope="" ma:versionID="52d48ddc13b30c702396a95ee875c7db">
  <xsd:schema xmlns:xsd="http://www.w3.org/2001/XMLSchema" xmlns:xs="http://www.w3.org/2001/XMLSchema" xmlns:p="http://schemas.microsoft.com/office/2006/metadata/properties" xmlns:ns2="9273d201-91a9-4b97-8892-a6408e44af0c" targetNamespace="http://schemas.microsoft.com/office/2006/metadata/properties" ma:root="true" ma:fieldsID="cafb1a67a5a3af60af35a2a7de9eecc2" ns2:_="">
    <xsd:import namespace="9273d201-91a9-4b97-8892-a6408e44af0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73d201-91a9-4b97-8892-a6408e44af0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4207394-9B71-4977-A222-2C290A33ACA6}"/>
</file>

<file path=customXml/itemProps2.xml><?xml version="1.0" encoding="utf-8"?>
<ds:datastoreItem xmlns:ds="http://schemas.openxmlformats.org/officeDocument/2006/customXml" ds:itemID="{94C7603E-3DFD-4A86-B63C-93219A27C6DB}"/>
</file>

<file path=customXml/itemProps3.xml><?xml version="1.0" encoding="utf-8"?>
<ds:datastoreItem xmlns:ds="http://schemas.openxmlformats.org/officeDocument/2006/customXml" ds:itemID="{AF31FCB5-DD55-4979-BF8B-A20652C4D205}"/>
</file>

<file path=docProps/app.xml><?xml version="1.0" encoding="utf-8"?>
<Properties xmlns="http://schemas.openxmlformats.org/officeDocument/2006/extended-properties" xmlns:vt="http://schemas.openxmlformats.org/officeDocument/2006/docPropsVTypes">
  <Template>APU Lecture Slide Template_White Background_Version 2.0_20230220</Template>
  <TotalTime>901</TotalTime>
  <Pages>11</Pages>
  <Words>781</Words>
  <Application>Microsoft Office PowerPoint</Application>
  <PresentationFormat>Widescreen</PresentationFormat>
  <Paragraphs>125</Paragraphs>
  <Slides>18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Book Antiqua</vt:lpstr>
      <vt:lpstr>Montserrat</vt:lpstr>
      <vt:lpstr>Open Sans</vt:lpstr>
      <vt:lpstr>PT Sans</vt:lpstr>
      <vt:lpstr>UCTI-Template-foundation-level</vt:lpstr>
      <vt:lpstr> CT051-3-3 Software Quality Engineering   </vt:lpstr>
      <vt:lpstr>PowerPoint Presentation</vt:lpstr>
      <vt:lpstr>PowerPoint Presentation</vt:lpstr>
      <vt:lpstr>PowerPoint Presentation</vt:lpstr>
      <vt:lpstr>What is Quality?</vt:lpstr>
      <vt:lpstr>What is Software Quality?</vt:lpstr>
      <vt:lpstr>Challenges in maintaining Software Quality</vt:lpstr>
      <vt:lpstr>Software Quality Fundamentals</vt:lpstr>
      <vt:lpstr>Software Quality Fundamentals</vt:lpstr>
      <vt:lpstr>Software Quality Fundamentals</vt:lpstr>
      <vt:lpstr>Software Quality Fundamentals</vt:lpstr>
      <vt:lpstr>Who is responsible for Software Quality?</vt:lpstr>
      <vt:lpstr>Quality issues at different stages of the SDLC</vt:lpstr>
      <vt:lpstr>Why Software Quality needed</vt:lpstr>
      <vt:lpstr>Software Quality Processes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>MSc</dc:subject>
  <dc:creator>Kesava</dc:creator>
  <cp:lastModifiedBy>Dr. Kesava Pillai</cp:lastModifiedBy>
  <cp:revision>12</cp:revision>
  <cp:lastPrinted>1995-11-02T09:23:42Z</cp:lastPrinted>
  <dcterms:created xsi:type="dcterms:W3CDTF">2010-03-23T09:45:42Z</dcterms:created>
  <dcterms:modified xsi:type="dcterms:W3CDTF">2024-10-03T02:21:19Z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0x0101005B5DC56E0AE90D4A9F107617A58308AF</vt:lpwstr>
  </property>
</Properties>
</file>